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Figtree"/>
      <p:regular r:id="rId27"/>
      <p:bold r:id="rId28"/>
      <p:italic r:id="rId29"/>
      <p:boldItalic r:id="rId30"/>
    </p:embeddedFont>
    <p:embeddedFont>
      <p:font typeface="Figtree ExtraBold"/>
      <p:bold r:id="rId31"/>
      <p:boldItalic r:id="rId32"/>
    </p:embeddedFont>
    <p:embeddedFont>
      <p:font typeface="Hanken Grotesk"/>
      <p:regular r:id="rId33"/>
      <p:bold r:id="rId34"/>
      <p:italic r:id="rId35"/>
      <p:boldItalic r:id="rId36"/>
    </p:embeddedFont>
    <p:embeddedFont>
      <p:font typeface="Manrope"/>
      <p:regular r:id="rId37"/>
      <p:bold r:id="rId38"/>
    </p:embeddedFont>
    <p:embeddedFont>
      <p:font typeface="Figtree SemiBold"/>
      <p:regular r:id="rId39"/>
      <p:bold r:id="rId40"/>
      <p:italic r:id="rId41"/>
      <p:boldItalic r:id="rId42"/>
    </p:embeddedFont>
    <p:embeddedFont>
      <p:font typeface="Work Sans SemiBold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39F31C-AC0E-40E4-8CEA-D6F7DA46470E}">
  <a:tblStyle styleId="{2439F31C-AC0E-40E4-8CEA-D6F7DA4647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SemiBold-bold.fntdata"/><Relationship Id="rId42" Type="http://schemas.openxmlformats.org/officeDocument/2006/relationships/font" Target="fonts/FigtreeSemiBold-boldItalic.fntdata"/><Relationship Id="rId41" Type="http://schemas.openxmlformats.org/officeDocument/2006/relationships/font" Target="fonts/FigtreeSemiBold-italic.fntdata"/><Relationship Id="rId44" Type="http://schemas.openxmlformats.org/officeDocument/2006/relationships/font" Target="fonts/WorkSansSemiBold-bold.fntdata"/><Relationship Id="rId43" Type="http://schemas.openxmlformats.org/officeDocument/2006/relationships/font" Target="fonts/WorkSansSemiBold-regular.fntdata"/><Relationship Id="rId46" Type="http://schemas.openxmlformats.org/officeDocument/2006/relationships/font" Target="fonts/WorkSansSemiBold-boldItalic.fntdata"/><Relationship Id="rId45" Type="http://schemas.openxmlformats.org/officeDocument/2006/relationships/font" Target="fonts/WorkSans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ExtraBold-bold.fntdata"/><Relationship Id="rId30" Type="http://schemas.openxmlformats.org/officeDocument/2006/relationships/font" Target="fonts/Figtree-boldItalic.fntdata"/><Relationship Id="rId33" Type="http://schemas.openxmlformats.org/officeDocument/2006/relationships/font" Target="fonts/HankenGrotesk-regular.fntdata"/><Relationship Id="rId32" Type="http://schemas.openxmlformats.org/officeDocument/2006/relationships/font" Target="fonts/FigtreeExtraBold-boldItalic.fntdata"/><Relationship Id="rId35" Type="http://schemas.openxmlformats.org/officeDocument/2006/relationships/font" Target="fonts/HankenGrotesk-italic.fntdata"/><Relationship Id="rId34" Type="http://schemas.openxmlformats.org/officeDocument/2006/relationships/font" Target="fonts/HankenGrotesk-bold.fntdata"/><Relationship Id="rId37" Type="http://schemas.openxmlformats.org/officeDocument/2006/relationships/font" Target="fonts/Manrope-regular.fntdata"/><Relationship Id="rId36" Type="http://schemas.openxmlformats.org/officeDocument/2006/relationships/font" Target="fonts/HankenGrotesk-boldItalic.fntdata"/><Relationship Id="rId39" Type="http://schemas.openxmlformats.org/officeDocument/2006/relationships/font" Target="fonts/FigtreeSemiBold-regular.fntdata"/><Relationship Id="rId38" Type="http://schemas.openxmlformats.org/officeDocument/2006/relationships/font" Target="fonts/Manrope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gtree-bold.fntdata"/><Relationship Id="rId27" Type="http://schemas.openxmlformats.org/officeDocument/2006/relationships/font" Target="fonts/Figtree-regular.fntdata"/><Relationship Id="rId29" Type="http://schemas.openxmlformats.org/officeDocument/2006/relationships/font" Target="fonts/Figtree-italic.fntdata"/><Relationship Id="rId5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SLIDES_API15004516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SLIDES_API15004516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SLIDES_API8274208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SLIDES_API8274208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SLIDES_API49489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SLIDES_API49489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SLIDES_API3746202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SLIDES_API3746202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SLIDES_API206330559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SLIDES_API206330559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SLIDES_API21271713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SLIDES_API21271713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SLIDES_API152587596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SLIDES_API152587596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SLIDES_API18969693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SLIDES_API18969693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Feature | Top-Down Estimating | Bottom-Up Estimating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--- | --- | ---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Accuracy | Lower | Higher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Effort | Less | More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Phase | Early stages | Later stages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Input | High-level project data | Detailed WBS data |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| Output | Overall project estimate | Detailed task-level estimates |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SLIDES_API8140785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SLIDES_API8140785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SLIDES_API12253766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SLIDES_API12253766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SLIDES_API115632128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SLIDES_API11563212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SLIDES_API17292141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SLIDES_API17292141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SLIDES_API80441655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SLIDES_API80441655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SLIDES_API4282905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SLIDES_API4282905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SLIDES_API95684290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SLIDES_API95684290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SLIDES_API32532506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SLIDES_API32532506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SLIDES_API201614347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SLIDES_API201614347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SLIDES_API203644340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SLIDES_API203644340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SLIDES_API17539663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SLIDES_API17539663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SLIDES_API16793463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SLIDES_API16793463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SLIDES_API128600928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SLIDES_API128600928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flipH="1" rot="10800000">
            <a:off x="0" y="-200"/>
            <a:ext cx="7841100" cy="14262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7600" y="296625"/>
            <a:ext cx="7005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17600" y="1734625"/>
            <a:ext cx="7005900" cy="30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3"/>
          <p:cNvSpPr/>
          <p:nvPr/>
        </p:nvSpPr>
        <p:spPr>
          <a:xfrm flipH="1" rot="10800000">
            <a:off x="1013500" y="-125"/>
            <a:ext cx="4107600" cy="5140800"/>
          </a:xfrm>
          <a:prstGeom prst="round1Rect">
            <a:avLst>
              <a:gd fmla="val 2263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>
            <p:ph idx="2" type="pic"/>
          </p:nvPr>
        </p:nvSpPr>
        <p:spPr>
          <a:xfrm>
            <a:off x="0" y="399600"/>
            <a:ext cx="3947400" cy="4743900"/>
          </a:xfrm>
          <a:prstGeom prst="round1Rect">
            <a:avLst>
              <a:gd fmla="val 22505" name="adj"/>
            </a:avLst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5285625" y="1176225"/>
            <a:ext cx="36504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5285625" y="381075"/>
            <a:ext cx="3650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 rot="10800000">
            <a:off x="356100" y="-125"/>
            <a:ext cx="8787900" cy="12756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ctrTitle"/>
          </p:nvPr>
        </p:nvSpPr>
        <p:spPr>
          <a:xfrm>
            <a:off x="778850" y="271900"/>
            <a:ext cx="7915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78850" y="1623851"/>
            <a:ext cx="79158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778850" y="2710288"/>
            <a:ext cx="79158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" name="Google Shape;26;p4"/>
          <p:cNvSpPr txBox="1"/>
          <p:nvPr>
            <p:ph idx="3" type="body"/>
          </p:nvPr>
        </p:nvSpPr>
        <p:spPr>
          <a:xfrm>
            <a:off x="778850" y="3796724"/>
            <a:ext cx="79158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 rot="10800000">
            <a:off x="1191800" y="1350"/>
            <a:ext cx="7956900" cy="5140800"/>
          </a:xfrm>
          <a:prstGeom prst="round1Rect">
            <a:avLst>
              <a:gd fmla="val 146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855975" y="683650"/>
            <a:ext cx="67296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1855975" y="1174150"/>
            <a:ext cx="6729600" cy="1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 rot="-5400000">
            <a:off x="-1631700" y="2222350"/>
            <a:ext cx="4470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1696675" y="683650"/>
            <a:ext cx="54300" cy="1612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1855975" y="2688550"/>
            <a:ext cx="67296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1855975" y="3179050"/>
            <a:ext cx="6729600" cy="1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"/>
          <p:cNvSpPr/>
          <p:nvPr/>
        </p:nvSpPr>
        <p:spPr>
          <a:xfrm>
            <a:off x="1696675" y="2688550"/>
            <a:ext cx="54300" cy="1612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 type="titleOnly">
  <p:cSld name="TITLE_ONLY">
    <p:bg>
      <p:bgPr>
        <a:solidFill>
          <a:schemeClr val="accen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 rot="10800000">
            <a:off x="1027500" y="1350"/>
            <a:ext cx="8116500" cy="5140800"/>
          </a:xfrm>
          <a:prstGeom prst="round1Rect">
            <a:avLst>
              <a:gd fmla="val 226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ctrTitle"/>
          </p:nvPr>
        </p:nvSpPr>
        <p:spPr>
          <a:xfrm>
            <a:off x="1546625" y="238650"/>
            <a:ext cx="6984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" name="Google Shape;41;p6"/>
          <p:cNvSpPr/>
          <p:nvPr/>
        </p:nvSpPr>
        <p:spPr>
          <a:xfrm>
            <a:off x="1635050" y="1104572"/>
            <a:ext cx="274200" cy="274200"/>
          </a:xfrm>
          <a:prstGeom prst="roundRect">
            <a:avLst>
              <a:gd fmla="val 3067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5308125" y="1104572"/>
            <a:ext cx="274200" cy="274200"/>
          </a:xfrm>
          <a:prstGeom prst="roundRect">
            <a:avLst>
              <a:gd fmla="val 306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1546625" y="1567500"/>
            <a:ext cx="3312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1546625" y="2215500"/>
            <a:ext cx="3312600" cy="23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18475" y="1567500"/>
            <a:ext cx="3312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5218475" y="2215500"/>
            <a:ext cx="3312600" cy="23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719025" y="1099600"/>
            <a:ext cx="3749700" cy="3625200"/>
          </a:xfrm>
          <a:prstGeom prst="roundRect">
            <a:avLst>
              <a:gd fmla="val 884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1111480" y="14055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4675275" y="1099600"/>
            <a:ext cx="3749700" cy="3625200"/>
          </a:xfrm>
          <a:prstGeom prst="roundRect">
            <a:avLst>
              <a:gd fmla="val 884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5067730" y="14055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1033200" y="1750209"/>
            <a:ext cx="3132000" cy="4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1033200" y="2312929"/>
            <a:ext cx="31320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3" type="subTitle"/>
          </p:nvPr>
        </p:nvSpPr>
        <p:spPr>
          <a:xfrm>
            <a:off x="4989600" y="1750209"/>
            <a:ext cx="3132000" cy="4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4989600" y="2312929"/>
            <a:ext cx="31320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type="ctrTitle"/>
          </p:nvPr>
        </p:nvSpPr>
        <p:spPr>
          <a:xfrm>
            <a:off x="720000" y="240225"/>
            <a:ext cx="7707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MAIN_POINT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 flipH="1" rot="10800000">
            <a:off x="0" y="25"/>
            <a:ext cx="8241300" cy="1240800"/>
          </a:xfrm>
          <a:prstGeom prst="round1Rect">
            <a:avLst>
              <a:gd fmla="val 2716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 txBox="1"/>
          <p:nvPr>
            <p:ph type="ctrTitle"/>
          </p:nvPr>
        </p:nvSpPr>
        <p:spPr>
          <a:xfrm>
            <a:off x="327600" y="268350"/>
            <a:ext cx="7609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327600" y="1686025"/>
            <a:ext cx="7609500" cy="29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-19850" y="-30150"/>
            <a:ext cx="4305900" cy="517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>
            <p:ph idx="2" type="pic"/>
          </p:nvPr>
        </p:nvSpPr>
        <p:spPr>
          <a:xfrm>
            <a:off x="-19850" y="-30150"/>
            <a:ext cx="4305900" cy="5174700"/>
          </a:xfrm>
          <a:prstGeom prst="round1Rect">
            <a:avLst>
              <a:gd fmla="val 22505" name="adj"/>
            </a:avLst>
          </a:prstGeom>
          <a:noFill/>
          <a:ln>
            <a:noFill/>
          </a:ln>
        </p:spPr>
      </p:sp>
      <p:sp>
        <p:nvSpPr>
          <p:cNvPr id="67" name="Google Shape;67;p9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10"/>
          <p:cNvSpPr/>
          <p:nvPr/>
        </p:nvSpPr>
        <p:spPr>
          <a:xfrm flipH="1">
            <a:off x="4821775" y="-15150"/>
            <a:ext cx="4367700" cy="517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 rot="10800000">
            <a:off x="4821875" y="-29300"/>
            <a:ext cx="3083700" cy="4490400"/>
          </a:xfrm>
          <a:prstGeom prst="round1Rect">
            <a:avLst>
              <a:gd fmla="val 22635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5098725" y="510450"/>
            <a:ext cx="3867900" cy="4648200"/>
          </a:xfrm>
          <a:prstGeom prst="round1Rect">
            <a:avLst>
              <a:gd fmla="val 2250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BIG_NUMB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0" y="1168825"/>
            <a:ext cx="9144000" cy="42204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3173475" y="1570122"/>
            <a:ext cx="0" cy="326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1"/>
          <p:cNvCxnSpPr/>
          <p:nvPr/>
        </p:nvCxnSpPr>
        <p:spPr>
          <a:xfrm>
            <a:off x="5994100" y="1609359"/>
            <a:ext cx="0" cy="326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1"/>
          <p:cNvSpPr txBox="1"/>
          <p:nvPr>
            <p:ph type="ctrTitle"/>
          </p:nvPr>
        </p:nvSpPr>
        <p:spPr>
          <a:xfrm>
            <a:off x="565200" y="202700"/>
            <a:ext cx="7700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565200" y="1505126"/>
            <a:ext cx="23328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565200" y="2203150"/>
            <a:ext cx="2332800" cy="26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3" type="subTitle"/>
          </p:nvPr>
        </p:nvSpPr>
        <p:spPr>
          <a:xfrm>
            <a:off x="3405600" y="1505126"/>
            <a:ext cx="23328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4" type="body"/>
          </p:nvPr>
        </p:nvSpPr>
        <p:spPr>
          <a:xfrm>
            <a:off x="3405600" y="2203150"/>
            <a:ext cx="2332800" cy="26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5" type="subTitle"/>
          </p:nvPr>
        </p:nvSpPr>
        <p:spPr>
          <a:xfrm>
            <a:off x="6246000" y="1505126"/>
            <a:ext cx="23328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 sz="1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6" type="body"/>
          </p:nvPr>
        </p:nvSpPr>
        <p:spPr>
          <a:xfrm>
            <a:off x="6246000" y="2203150"/>
            <a:ext cx="2332800" cy="26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2"/>
          <p:cNvSpPr txBox="1"/>
          <p:nvPr>
            <p:ph idx="1" type="subTitle"/>
          </p:nvPr>
        </p:nvSpPr>
        <p:spPr>
          <a:xfrm>
            <a:off x="713175" y="1351300"/>
            <a:ext cx="2413200" cy="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idx="2" type="body"/>
          </p:nvPr>
        </p:nvSpPr>
        <p:spPr>
          <a:xfrm>
            <a:off x="713175" y="1943725"/>
            <a:ext cx="2413200" cy="28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2" name="Google Shape;92;p12"/>
          <p:cNvSpPr txBox="1"/>
          <p:nvPr>
            <p:ph idx="3" type="subTitle"/>
          </p:nvPr>
        </p:nvSpPr>
        <p:spPr>
          <a:xfrm>
            <a:off x="3365400" y="1351300"/>
            <a:ext cx="2413200" cy="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4" type="body"/>
          </p:nvPr>
        </p:nvSpPr>
        <p:spPr>
          <a:xfrm>
            <a:off x="3365400" y="2051874"/>
            <a:ext cx="2413200" cy="27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4" name="Google Shape;94;p12"/>
          <p:cNvSpPr txBox="1"/>
          <p:nvPr>
            <p:ph idx="5" type="subTitle"/>
          </p:nvPr>
        </p:nvSpPr>
        <p:spPr>
          <a:xfrm>
            <a:off x="6017625" y="1351300"/>
            <a:ext cx="2413200" cy="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6" type="body"/>
          </p:nvPr>
        </p:nvSpPr>
        <p:spPr>
          <a:xfrm>
            <a:off x="6017625" y="2051850"/>
            <a:ext cx="2413200" cy="27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6" name="Google Shape;96;p12"/>
          <p:cNvSpPr txBox="1"/>
          <p:nvPr>
            <p:ph type="ctrTitle"/>
          </p:nvPr>
        </p:nvSpPr>
        <p:spPr>
          <a:xfrm>
            <a:off x="677400" y="228925"/>
            <a:ext cx="7789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12"/>
          <p:cNvSpPr/>
          <p:nvPr/>
        </p:nvSpPr>
        <p:spPr>
          <a:xfrm rot="5400000">
            <a:off x="1892625" y="-38075"/>
            <a:ext cx="54300" cy="2413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12"/>
          <p:cNvSpPr/>
          <p:nvPr/>
        </p:nvSpPr>
        <p:spPr>
          <a:xfrm rot="5400000">
            <a:off x="4544850" y="-50212"/>
            <a:ext cx="54300" cy="2413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9" name="Google Shape;99;p12"/>
          <p:cNvSpPr/>
          <p:nvPr/>
        </p:nvSpPr>
        <p:spPr>
          <a:xfrm rot="5400000">
            <a:off x="7197075" y="-53337"/>
            <a:ext cx="54300" cy="2413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 flipH="1" rot="10800000">
            <a:off x="0" y="1350"/>
            <a:ext cx="1345200" cy="5140800"/>
          </a:xfrm>
          <a:prstGeom prst="round1Rect">
            <a:avLst>
              <a:gd fmla="val 3235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1168075" y="872925"/>
            <a:ext cx="22200" cy="1254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1168075" y="2312800"/>
            <a:ext cx="22200" cy="93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1168075" y="3648275"/>
            <a:ext cx="22200" cy="93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"/>
          <p:cNvSpPr txBox="1"/>
          <p:nvPr>
            <p:ph idx="1" type="subTitle"/>
          </p:nvPr>
        </p:nvSpPr>
        <p:spPr>
          <a:xfrm>
            <a:off x="1427350" y="872925"/>
            <a:ext cx="7283700" cy="54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2" type="body"/>
          </p:nvPr>
        </p:nvSpPr>
        <p:spPr>
          <a:xfrm>
            <a:off x="1427350" y="1468135"/>
            <a:ext cx="7283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427350" y="131300"/>
            <a:ext cx="7283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13"/>
          <p:cNvSpPr txBox="1"/>
          <p:nvPr>
            <p:ph idx="3" type="subTitle"/>
          </p:nvPr>
        </p:nvSpPr>
        <p:spPr>
          <a:xfrm>
            <a:off x="1427350" y="2182145"/>
            <a:ext cx="7283700" cy="54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4" type="body"/>
          </p:nvPr>
        </p:nvSpPr>
        <p:spPr>
          <a:xfrm>
            <a:off x="1427350" y="2777355"/>
            <a:ext cx="7283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0" name="Google Shape;110;p13"/>
          <p:cNvSpPr txBox="1"/>
          <p:nvPr>
            <p:ph idx="5" type="subTitle"/>
          </p:nvPr>
        </p:nvSpPr>
        <p:spPr>
          <a:xfrm>
            <a:off x="1427350" y="3491365"/>
            <a:ext cx="7283700" cy="54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6" type="body"/>
          </p:nvPr>
        </p:nvSpPr>
        <p:spPr>
          <a:xfrm>
            <a:off x="1427350" y="4086575"/>
            <a:ext cx="7283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2" name="Google Shape;112;p13"/>
          <p:cNvSpPr/>
          <p:nvPr/>
        </p:nvSpPr>
        <p:spPr>
          <a:xfrm>
            <a:off x="1168075" y="2182150"/>
            <a:ext cx="22200" cy="1254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1168075" y="3491375"/>
            <a:ext cx="22200" cy="1254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1"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607400"/>
            <a:ext cx="9144000" cy="3536400"/>
          </a:xfrm>
          <a:prstGeom prst="round1Rect">
            <a:avLst>
              <a:gd fmla="val 2716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>
            <p:ph idx="1" type="subTitle"/>
          </p:nvPr>
        </p:nvSpPr>
        <p:spPr>
          <a:xfrm>
            <a:off x="352800" y="1946075"/>
            <a:ext cx="18072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2" type="body"/>
          </p:nvPr>
        </p:nvSpPr>
        <p:spPr>
          <a:xfrm>
            <a:off x="352800" y="2675725"/>
            <a:ext cx="1807200" cy="2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8" name="Google Shape;118;p14"/>
          <p:cNvSpPr txBox="1"/>
          <p:nvPr>
            <p:ph idx="3" type="subTitle"/>
          </p:nvPr>
        </p:nvSpPr>
        <p:spPr>
          <a:xfrm>
            <a:off x="2574000" y="1946075"/>
            <a:ext cx="18072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4" type="body"/>
          </p:nvPr>
        </p:nvSpPr>
        <p:spPr>
          <a:xfrm>
            <a:off x="2574000" y="2675725"/>
            <a:ext cx="1807200" cy="2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0" name="Google Shape;120;p14"/>
          <p:cNvSpPr txBox="1"/>
          <p:nvPr>
            <p:ph idx="5" type="subTitle"/>
          </p:nvPr>
        </p:nvSpPr>
        <p:spPr>
          <a:xfrm>
            <a:off x="4788000" y="1946075"/>
            <a:ext cx="18072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21" name="Google Shape;121;p14"/>
          <p:cNvSpPr txBox="1"/>
          <p:nvPr>
            <p:ph idx="6" type="body"/>
          </p:nvPr>
        </p:nvSpPr>
        <p:spPr>
          <a:xfrm>
            <a:off x="4788000" y="2675725"/>
            <a:ext cx="1807200" cy="2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2" name="Google Shape;122;p14"/>
          <p:cNvSpPr txBox="1"/>
          <p:nvPr>
            <p:ph idx="7" type="subTitle"/>
          </p:nvPr>
        </p:nvSpPr>
        <p:spPr>
          <a:xfrm>
            <a:off x="7002000" y="1946075"/>
            <a:ext cx="18072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8" type="body"/>
          </p:nvPr>
        </p:nvSpPr>
        <p:spPr>
          <a:xfrm>
            <a:off x="7002000" y="2675725"/>
            <a:ext cx="1807200" cy="2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4" name="Google Shape;124;p14"/>
          <p:cNvSpPr txBox="1"/>
          <p:nvPr>
            <p:ph type="ctrTitle"/>
          </p:nvPr>
        </p:nvSpPr>
        <p:spPr>
          <a:xfrm>
            <a:off x="349200" y="237075"/>
            <a:ext cx="7916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4"/>
          <p:cNvSpPr/>
          <p:nvPr/>
        </p:nvSpPr>
        <p:spPr>
          <a:xfrm>
            <a:off x="426972" y="1377423"/>
            <a:ext cx="403500" cy="403500"/>
          </a:xfrm>
          <a:prstGeom prst="roundRect">
            <a:avLst>
              <a:gd fmla="val 19304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2660772" y="1377423"/>
            <a:ext cx="403500" cy="403500"/>
          </a:xfrm>
          <a:prstGeom prst="roundRect">
            <a:avLst>
              <a:gd fmla="val 19304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4894572" y="1377423"/>
            <a:ext cx="403500" cy="403500"/>
          </a:xfrm>
          <a:prstGeom prst="roundRect">
            <a:avLst>
              <a:gd fmla="val 19304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7109997" y="1377423"/>
            <a:ext cx="403500" cy="403500"/>
          </a:xfrm>
          <a:prstGeom prst="roundRect">
            <a:avLst>
              <a:gd fmla="val 19304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 rot="10800000">
            <a:off x="4547100" y="25"/>
            <a:ext cx="4596900" cy="4785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-600" y="4665000"/>
            <a:ext cx="4614600" cy="4785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471500" y="1489575"/>
            <a:ext cx="1632600" cy="2830800"/>
          </a:xfrm>
          <a:prstGeom prst="roundRect">
            <a:avLst>
              <a:gd fmla="val 884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039925" y="1489575"/>
            <a:ext cx="1632600" cy="2830800"/>
          </a:xfrm>
          <a:prstGeom prst="roundRect">
            <a:avLst>
              <a:gd fmla="val 884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2611275" y="1489575"/>
            <a:ext cx="1632600" cy="2830800"/>
          </a:xfrm>
          <a:prstGeom prst="roundRect">
            <a:avLst>
              <a:gd fmla="val 884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5" name="Google Shape;135;p15"/>
          <p:cNvSpPr/>
          <p:nvPr/>
        </p:nvSpPr>
        <p:spPr>
          <a:xfrm>
            <a:off x="4751050" y="1489575"/>
            <a:ext cx="1632600" cy="2830800"/>
          </a:xfrm>
          <a:prstGeom prst="roundRect">
            <a:avLst>
              <a:gd fmla="val 884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035175" y="1733138"/>
            <a:ext cx="505200" cy="505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7603600" y="1733138"/>
            <a:ext cx="505200" cy="505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174950" y="1733138"/>
            <a:ext cx="505200" cy="505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" name="Google Shape;139;p15"/>
          <p:cNvSpPr/>
          <p:nvPr/>
        </p:nvSpPr>
        <p:spPr>
          <a:xfrm>
            <a:off x="5314725" y="1733138"/>
            <a:ext cx="505200" cy="505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35175" y="1733138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603600" y="1733138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3174950" y="1733138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314725" y="1733138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619150" y="2385273"/>
            <a:ext cx="13356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619175" y="3063925"/>
            <a:ext cx="13356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3" type="subTitle"/>
          </p:nvPr>
        </p:nvSpPr>
        <p:spPr>
          <a:xfrm>
            <a:off x="2761150" y="2385273"/>
            <a:ext cx="13356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4" type="body"/>
          </p:nvPr>
        </p:nvSpPr>
        <p:spPr>
          <a:xfrm>
            <a:off x="2761175" y="3063925"/>
            <a:ext cx="13356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5" type="subTitle"/>
          </p:nvPr>
        </p:nvSpPr>
        <p:spPr>
          <a:xfrm>
            <a:off x="4899550" y="2385273"/>
            <a:ext cx="13356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6" type="body"/>
          </p:nvPr>
        </p:nvSpPr>
        <p:spPr>
          <a:xfrm>
            <a:off x="4899575" y="3063925"/>
            <a:ext cx="13356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7" type="subTitle"/>
          </p:nvPr>
        </p:nvSpPr>
        <p:spPr>
          <a:xfrm>
            <a:off x="7189150" y="2385273"/>
            <a:ext cx="13356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8" type="body"/>
          </p:nvPr>
        </p:nvSpPr>
        <p:spPr>
          <a:xfrm>
            <a:off x="7189175" y="3063925"/>
            <a:ext cx="13356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type="ctrTitle"/>
          </p:nvPr>
        </p:nvSpPr>
        <p:spPr>
          <a:xfrm>
            <a:off x="471538" y="714050"/>
            <a:ext cx="7916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3">
    <p:bg>
      <p:bgPr>
        <a:solidFill>
          <a:schemeClr val="accen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1234350" y="1254325"/>
            <a:ext cx="6675300" cy="3233400"/>
          </a:xfrm>
          <a:prstGeom prst="roundRect">
            <a:avLst>
              <a:gd fmla="val 884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1760105" y="18454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708555" y="18454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8155" y="18454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" type="subTitle"/>
          </p:nvPr>
        </p:nvSpPr>
        <p:spPr>
          <a:xfrm>
            <a:off x="1760400" y="2328025"/>
            <a:ext cx="15732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2" type="body"/>
          </p:nvPr>
        </p:nvSpPr>
        <p:spPr>
          <a:xfrm>
            <a:off x="1760400" y="2937600"/>
            <a:ext cx="1573200" cy="96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0" name="Google Shape;160;p16"/>
          <p:cNvSpPr txBox="1"/>
          <p:nvPr>
            <p:ph idx="3" type="subTitle"/>
          </p:nvPr>
        </p:nvSpPr>
        <p:spPr>
          <a:xfrm>
            <a:off x="3708550" y="2328025"/>
            <a:ext cx="15732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4" type="body"/>
          </p:nvPr>
        </p:nvSpPr>
        <p:spPr>
          <a:xfrm>
            <a:off x="3708550" y="2937600"/>
            <a:ext cx="1573200" cy="96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2" name="Google Shape;162;p16"/>
          <p:cNvSpPr txBox="1"/>
          <p:nvPr>
            <p:ph idx="5" type="subTitle"/>
          </p:nvPr>
        </p:nvSpPr>
        <p:spPr>
          <a:xfrm>
            <a:off x="5718150" y="2328025"/>
            <a:ext cx="15732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6" type="body"/>
          </p:nvPr>
        </p:nvSpPr>
        <p:spPr>
          <a:xfrm>
            <a:off x="5718150" y="2937600"/>
            <a:ext cx="1573200" cy="96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4" name="Google Shape;164;p16"/>
          <p:cNvSpPr txBox="1"/>
          <p:nvPr>
            <p:ph type="ctrTitle"/>
          </p:nvPr>
        </p:nvSpPr>
        <p:spPr>
          <a:xfrm>
            <a:off x="1177200" y="428400"/>
            <a:ext cx="6674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4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 rot="-5400000">
            <a:off x="1981500" y="-2030400"/>
            <a:ext cx="5211300" cy="9204300"/>
          </a:xfrm>
          <a:prstGeom prst="round1Rect">
            <a:avLst>
              <a:gd fmla="val 14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 rot="10800000">
            <a:off x="1087175" y="406850"/>
            <a:ext cx="7623600" cy="13887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1310975" y="538250"/>
            <a:ext cx="71760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body"/>
          </p:nvPr>
        </p:nvSpPr>
        <p:spPr>
          <a:xfrm>
            <a:off x="1310975" y="1011025"/>
            <a:ext cx="7238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70" name="Google Shape;170;p17"/>
          <p:cNvSpPr txBox="1"/>
          <p:nvPr>
            <p:ph type="ctrTitle"/>
          </p:nvPr>
        </p:nvSpPr>
        <p:spPr>
          <a:xfrm rot="-5400000">
            <a:off x="-1509125" y="2289400"/>
            <a:ext cx="4347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10800000">
            <a:off x="1087175" y="1877400"/>
            <a:ext cx="7623600" cy="13887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 txBox="1"/>
          <p:nvPr>
            <p:ph idx="3" type="subTitle"/>
          </p:nvPr>
        </p:nvSpPr>
        <p:spPr>
          <a:xfrm>
            <a:off x="1310975" y="2008800"/>
            <a:ext cx="71760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3" name="Google Shape;173;p17"/>
          <p:cNvSpPr txBox="1"/>
          <p:nvPr>
            <p:ph idx="4" type="body"/>
          </p:nvPr>
        </p:nvSpPr>
        <p:spPr>
          <a:xfrm>
            <a:off x="1310975" y="2481575"/>
            <a:ext cx="7238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 rot="10800000">
            <a:off x="1118375" y="3347950"/>
            <a:ext cx="7623600" cy="13887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>
            <p:ph idx="5" type="subTitle"/>
          </p:nvPr>
        </p:nvSpPr>
        <p:spPr>
          <a:xfrm>
            <a:off x="1310975" y="3479350"/>
            <a:ext cx="71760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 SemiBold"/>
              <a:buNone/>
              <a:defRPr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1310975" y="3952125"/>
            <a:ext cx="7238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5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18"/>
          <p:cNvCxnSpPr/>
          <p:nvPr/>
        </p:nvCxnSpPr>
        <p:spPr>
          <a:xfrm>
            <a:off x="4959575" y="11450"/>
            <a:ext cx="0" cy="5132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8"/>
          <p:cNvSpPr/>
          <p:nvPr/>
        </p:nvSpPr>
        <p:spPr>
          <a:xfrm>
            <a:off x="4840105" y="5806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 flipH="1">
            <a:off x="4815356" y="2122200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815355" y="3541725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5275875" y="480600"/>
            <a:ext cx="34437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body"/>
          </p:nvPr>
        </p:nvSpPr>
        <p:spPr>
          <a:xfrm>
            <a:off x="5275875" y="972175"/>
            <a:ext cx="34437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4" name="Google Shape;184;p18"/>
          <p:cNvSpPr txBox="1"/>
          <p:nvPr>
            <p:ph idx="3" type="subTitle"/>
          </p:nvPr>
        </p:nvSpPr>
        <p:spPr>
          <a:xfrm>
            <a:off x="5275875" y="3477825"/>
            <a:ext cx="34437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4" type="body"/>
          </p:nvPr>
        </p:nvSpPr>
        <p:spPr>
          <a:xfrm>
            <a:off x="5275875" y="3969525"/>
            <a:ext cx="34437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6" name="Google Shape;186;p18"/>
          <p:cNvSpPr txBox="1"/>
          <p:nvPr>
            <p:ph idx="5" type="subTitle"/>
          </p:nvPr>
        </p:nvSpPr>
        <p:spPr>
          <a:xfrm>
            <a:off x="873725" y="1998000"/>
            <a:ext cx="34437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6" type="body"/>
          </p:nvPr>
        </p:nvSpPr>
        <p:spPr>
          <a:xfrm>
            <a:off x="873725" y="2489700"/>
            <a:ext cx="34437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 algn="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 algn="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8" name="Google Shape;188;p18"/>
          <p:cNvSpPr txBox="1"/>
          <p:nvPr>
            <p:ph type="ctrTitle"/>
          </p:nvPr>
        </p:nvSpPr>
        <p:spPr>
          <a:xfrm>
            <a:off x="1228025" y="432175"/>
            <a:ext cx="2735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6">
    <p:bg>
      <p:bgPr>
        <a:solidFill>
          <a:schemeClr val="accen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 flipH="1">
            <a:off x="-29225" y="1187400"/>
            <a:ext cx="9213900" cy="3990000"/>
          </a:xfrm>
          <a:prstGeom prst="round1Rect">
            <a:avLst>
              <a:gd fmla="val 2716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19"/>
          <p:cNvCxnSpPr/>
          <p:nvPr/>
        </p:nvCxnSpPr>
        <p:spPr>
          <a:xfrm>
            <a:off x="1079125" y="1726525"/>
            <a:ext cx="709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" name="Google Shape;192;p19"/>
          <p:cNvSpPr/>
          <p:nvPr/>
        </p:nvSpPr>
        <p:spPr>
          <a:xfrm>
            <a:off x="997405" y="1605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3510430" y="1605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058505" y="1605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>
            <p:ph idx="1" type="subTitle"/>
          </p:nvPr>
        </p:nvSpPr>
        <p:spPr>
          <a:xfrm>
            <a:off x="961200" y="1975475"/>
            <a:ext cx="21600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2" type="body"/>
          </p:nvPr>
        </p:nvSpPr>
        <p:spPr>
          <a:xfrm>
            <a:off x="961200" y="2595225"/>
            <a:ext cx="21600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subTitle"/>
          </p:nvPr>
        </p:nvSpPr>
        <p:spPr>
          <a:xfrm>
            <a:off x="3474000" y="1975475"/>
            <a:ext cx="21600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4" type="body"/>
          </p:nvPr>
        </p:nvSpPr>
        <p:spPr>
          <a:xfrm>
            <a:off x="3474000" y="2595225"/>
            <a:ext cx="21600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9" name="Google Shape;199;p19"/>
          <p:cNvSpPr txBox="1"/>
          <p:nvPr>
            <p:ph idx="5" type="subTitle"/>
          </p:nvPr>
        </p:nvSpPr>
        <p:spPr>
          <a:xfrm>
            <a:off x="6022800" y="1975475"/>
            <a:ext cx="21600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6" type="body"/>
          </p:nvPr>
        </p:nvSpPr>
        <p:spPr>
          <a:xfrm>
            <a:off x="6022800" y="2595225"/>
            <a:ext cx="21600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01" name="Google Shape;201;p19"/>
          <p:cNvSpPr txBox="1"/>
          <p:nvPr>
            <p:ph type="ctrTitle"/>
          </p:nvPr>
        </p:nvSpPr>
        <p:spPr>
          <a:xfrm>
            <a:off x="903600" y="294550"/>
            <a:ext cx="7347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7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0"/>
          <p:cNvCxnSpPr/>
          <p:nvPr/>
        </p:nvCxnSpPr>
        <p:spPr>
          <a:xfrm>
            <a:off x="0" y="1381475"/>
            <a:ext cx="930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/>
          <p:nvPr/>
        </p:nvSpPr>
        <p:spPr>
          <a:xfrm>
            <a:off x="369055" y="12599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354525" y="4782375"/>
            <a:ext cx="1838100" cy="734100"/>
          </a:xfrm>
          <a:prstGeom prst="roundRect">
            <a:avLst>
              <a:gd fmla="val 212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2690080" y="12599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2634600" y="4782375"/>
            <a:ext cx="1838100" cy="734100"/>
          </a:xfrm>
          <a:prstGeom prst="roundRect">
            <a:avLst>
              <a:gd fmla="val 212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4968255" y="12599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7246430" y="125996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914675" y="4782375"/>
            <a:ext cx="1838100" cy="734100"/>
          </a:xfrm>
          <a:prstGeom prst="roundRect">
            <a:avLst>
              <a:gd fmla="val 2121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194750" y="4782375"/>
            <a:ext cx="1838100" cy="734100"/>
          </a:xfrm>
          <a:prstGeom prst="roundRect">
            <a:avLst>
              <a:gd fmla="val 2121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>
            <p:ph idx="1" type="subTitle"/>
          </p:nvPr>
        </p:nvSpPr>
        <p:spPr>
          <a:xfrm>
            <a:off x="352800" y="162655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idx="2" type="body"/>
          </p:nvPr>
        </p:nvSpPr>
        <p:spPr>
          <a:xfrm>
            <a:off x="352800" y="2286663"/>
            <a:ext cx="1839600" cy="22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4" name="Google Shape;214;p20"/>
          <p:cNvSpPr txBox="1"/>
          <p:nvPr>
            <p:ph idx="3" type="subTitle"/>
          </p:nvPr>
        </p:nvSpPr>
        <p:spPr>
          <a:xfrm>
            <a:off x="2635200" y="162655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15" name="Google Shape;215;p20"/>
          <p:cNvSpPr txBox="1"/>
          <p:nvPr>
            <p:ph idx="4" type="body"/>
          </p:nvPr>
        </p:nvSpPr>
        <p:spPr>
          <a:xfrm>
            <a:off x="2635200" y="2286663"/>
            <a:ext cx="1839600" cy="22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6" name="Google Shape;216;p20"/>
          <p:cNvSpPr txBox="1"/>
          <p:nvPr>
            <p:ph idx="5" type="subTitle"/>
          </p:nvPr>
        </p:nvSpPr>
        <p:spPr>
          <a:xfrm>
            <a:off x="4917600" y="162655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17" name="Google Shape;217;p20"/>
          <p:cNvSpPr txBox="1"/>
          <p:nvPr>
            <p:ph idx="6" type="body"/>
          </p:nvPr>
        </p:nvSpPr>
        <p:spPr>
          <a:xfrm>
            <a:off x="4917600" y="2286663"/>
            <a:ext cx="1839600" cy="22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8" name="Google Shape;218;p20"/>
          <p:cNvSpPr txBox="1"/>
          <p:nvPr>
            <p:ph idx="7" type="subTitle"/>
          </p:nvPr>
        </p:nvSpPr>
        <p:spPr>
          <a:xfrm>
            <a:off x="7200000" y="162655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19" name="Google Shape;219;p20"/>
          <p:cNvSpPr txBox="1"/>
          <p:nvPr>
            <p:ph idx="8" type="body"/>
          </p:nvPr>
        </p:nvSpPr>
        <p:spPr>
          <a:xfrm>
            <a:off x="7200000" y="2286663"/>
            <a:ext cx="1839600" cy="22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20" name="Google Shape;220;p20"/>
          <p:cNvSpPr txBox="1"/>
          <p:nvPr>
            <p:ph type="ctrTitle"/>
          </p:nvPr>
        </p:nvSpPr>
        <p:spPr>
          <a:xfrm>
            <a:off x="370800" y="313800"/>
            <a:ext cx="8467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8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-19850" y="325"/>
            <a:ext cx="8665200" cy="5143500"/>
          </a:xfrm>
          <a:prstGeom prst="round1Rect">
            <a:avLst>
              <a:gd fmla="val 2101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 txBox="1"/>
          <p:nvPr>
            <p:ph type="ctrTitle"/>
          </p:nvPr>
        </p:nvSpPr>
        <p:spPr>
          <a:xfrm>
            <a:off x="4072675" y="354975"/>
            <a:ext cx="3996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1" type="body"/>
          </p:nvPr>
        </p:nvSpPr>
        <p:spPr>
          <a:xfrm>
            <a:off x="4072675" y="1352175"/>
            <a:ext cx="3996000" cy="3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1"/>
          <p:cNvSpPr/>
          <p:nvPr/>
        </p:nvSpPr>
        <p:spPr>
          <a:xfrm>
            <a:off x="424650" y="3455250"/>
            <a:ext cx="3430800" cy="1395600"/>
          </a:xfrm>
          <a:prstGeom prst="roundRect">
            <a:avLst>
              <a:gd fmla="val 1314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 txBox="1"/>
          <p:nvPr>
            <p:ph idx="2" type="subTitle"/>
          </p:nvPr>
        </p:nvSpPr>
        <p:spPr>
          <a:xfrm>
            <a:off x="723600" y="3732400"/>
            <a:ext cx="2829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3" type="body"/>
          </p:nvPr>
        </p:nvSpPr>
        <p:spPr>
          <a:xfrm>
            <a:off x="723600" y="4168000"/>
            <a:ext cx="2829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28" name="Google Shape;228;p21"/>
          <p:cNvSpPr/>
          <p:nvPr>
            <p:ph idx="4" type="pic"/>
          </p:nvPr>
        </p:nvSpPr>
        <p:spPr>
          <a:xfrm>
            <a:off x="424650" y="292650"/>
            <a:ext cx="3385200" cy="3162600"/>
          </a:xfrm>
          <a:prstGeom prst="roundRect">
            <a:avLst>
              <a:gd fmla="val 710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9">
    <p:bg>
      <p:bgPr>
        <a:solidFill>
          <a:schemeClr val="accen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/>
        </p:nvSpPr>
        <p:spPr>
          <a:xfrm flipH="1">
            <a:off x="1394400" y="325"/>
            <a:ext cx="7749600" cy="5143500"/>
          </a:xfrm>
          <a:prstGeom prst="round1Rect">
            <a:avLst>
              <a:gd fmla="val 2101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>
            <p:ph idx="2" type="pic"/>
          </p:nvPr>
        </p:nvSpPr>
        <p:spPr>
          <a:xfrm>
            <a:off x="342000" y="1364400"/>
            <a:ext cx="2642400" cy="3096000"/>
          </a:xfrm>
          <a:prstGeom prst="roundRect">
            <a:avLst>
              <a:gd fmla="val 16136" name="adj"/>
            </a:avLst>
          </a:prstGeom>
          <a:noFill/>
          <a:ln>
            <a:noFill/>
          </a:ln>
        </p:spPr>
      </p:sp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3637832" y="1585350"/>
            <a:ext cx="4942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3" type="body"/>
          </p:nvPr>
        </p:nvSpPr>
        <p:spPr>
          <a:xfrm>
            <a:off x="3637832" y="2019094"/>
            <a:ext cx="4942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34" name="Google Shape;234;p22"/>
          <p:cNvSpPr txBox="1"/>
          <p:nvPr>
            <p:ph idx="4" type="body"/>
          </p:nvPr>
        </p:nvSpPr>
        <p:spPr>
          <a:xfrm>
            <a:off x="3626650" y="2773350"/>
            <a:ext cx="4942500" cy="1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35" name="Google Shape;235;p22"/>
          <p:cNvSpPr txBox="1"/>
          <p:nvPr>
            <p:ph type="ctrTitle"/>
          </p:nvPr>
        </p:nvSpPr>
        <p:spPr>
          <a:xfrm>
            <a:off x="3626650" y="598950"/>
            <a:ext cx="4942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10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>
            <p:ph idx="2" type="pic"/>
          </p:nvPr>
        </p:nvSpPr>
        <p:spPr>
          <a:xfrm>
            <a:off x="623800" y="1435975"/>
            <a:ext cx="3017700" cy="19683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  <p:sp>
        <p:nvSpPr>
          <p:cNvPr id="238" name="Google Shape;238;p23"/>
          <p:cNvSpPr/>
          <p:nvPr/>
        </p:nvSpPr>
        <p:spPr>
          <a:xfrm>
            <a:off x="3873775" y="1437350"/>
            <a:ext cx="4646400" cy="3164400"/>
          </a:xfrm>
          <a:prstGeom prst="roundRect">
            <a:avLst>
              <a:gd fmla="val 884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 txBox="1"/>
          <p:nvPr>
            <p:ph idx="1" type="body"/>
          </p:nvPr>
        </p:nvSpPr>
        <p:spPr>
          <a:xfrm>
            <a:off x="4209646" y="1678548"/>
            <a:ext cx="3974700" cy="26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3"/>
          <p:cNvSpPr/>
          <p:nvPr/>
        </p:nvSpPr>
        <p:spPr>
          <a:xfrm>
            <a:off x="623800" y="3404163"/>
            <a:ext cx="3017700" cy="119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 txBox="1"/>
          <p:nvPr>
            <p:ph idx="3" type="subTitle"/>
          </p:nvPr>
        </p:nvSpPr>
        <p:spPr>
          <a:xfrm>
            <a:off x="834775" y="3585175"/>
            <a:ext cx="25920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2" name="Google Shape;242;p23"/>
          <p:cNvSpPr txBox="1"/>
          <p:nvPr>
            <p:ph idx="4" type="body"/>
          </p:nvPr>
        </p:nvSpPr>
        <p:spPr>
          <a:xfrm>
            <a:off x="834775" y="4018945"/>
            <a:ext cx="25920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23"/>
          <p:cNvSpPr txBox="1"/>
          <p:nvPr>
            <p:ph type="ctrTitle"/>
          </p:nvPr>
        </p:nvSpPr>
        <p:spPr>
          <a:xfrm>
            <a:off x="623800" y="402350"/>
            <a:ext cx="7896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 rot="5400000">
            <a:off x="-1449800" y="1441200"/>
            <a:ext cx="5160600" cy="2261100"/>
          </a:xfrm>
          <a:prstGeom prst="round1Rect">
            <a:avLst>
              <a:gd fmla="val 2868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>
            <p:ph idx="2" type="pic"/>
          </p:nvPr>
        </p:nvSpPr>
        <p:spPr>
          <a:xfrm flipH="1">
            <a:off x="5695200" y="997200"/>
            <a:ext cx="3448800" cy="4147200"/>
          </a:xfrm>
          <a:prstGeom prst="round1Rect">
            <a:avLst>
              <a:gd fmla="val 22505" name="adj"/>
            </a:avLst>
          </a:prstGeom>
          <a:noFill/>
          <a:ln>
            <a:noFill/>
          </a:ln>
        </p:spPr>
      </p:sp>
      <p:sp>
        <p:nvSpPr>
          <p:cNvPr id="247" name="Google Shape;247;p24"/>
          <p:cNvSpPr txBox="1"/>
          <p:nvPr/>
        </p:nvSpPr>
        <p:spPr>
          <a:xfrm>
            <a:off x="1115825" y="1589600"/>
            <a:ext cx="99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Number</a:t>
            </a:r>
            <a:endParaRPr b="1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1137944" y="2642413"/>
            <a:ext cx="97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Email</a:t>
            </a:r>
            <a:endParaRPr b="1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1115825" y="3695225"/>
            <a:ext cx="99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Site Link</a:t>
            </a:r>
            <a:endParaRPr b="1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0" name="Google Shape;250;p24"/>
          <p:cNvSpPr txBox="1"/>
          <p:nvPr>
            <p:ph type="ctrTitle"/>
          </p:nvPr>
        </p:nvSpPr>
        <p:spPr>
          <a:xfrm>
            <a:off x="2574000" y="392400"/>
            <a:ext cx="3121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2574000" y="1569600"/>
            <a:ext cx="28023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52" name="Google Shape;252;p24"/>
          <p:cNvSpPr txBox="1"/>
          <p:nvPr>
            <p:ph idx="3" type="body"/>
          </p:nvPr>
        </p:nvSpPr>
        <p:spPr>
          <a:xfrm>
            <a:off x="2574000" y="2624400"/>
            <a:ext cx="28023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53" name="Google Shape;253;p24"/>
          <p:cNvSpPr txBox="1"/>
          <p:nvPr>
            <p:ph idx="4" type="body"/>
          </p:nvPr>
        </p:nvSpPr>
        <p:spPr>
          <a:xfrm>
            <a:off x="2574000" y="3679200"/>
            <a:ext cx="28023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1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3760525" y="345750"/>
            <a:ext cx="5045400" cy="4426800"/>
          </a:xfrm>
          <a:prstGeom prst="roundRect">
            <a:avLst>
              <a:gd fmla="val 884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>
            <p:ph idx="2" type="pic"/>
          </p:nvPr>
        </p:nvSpPr>
        <p:spPr>
          <a:xfrm>
            <a:off x="-25200" y="1200000"/>
            <a:ext cx="3453300" cy="3944400"/>
          </a:xfrm>
          <a:prstGeom prst="round1Rect">
            <a:avLst>
              <a:gd fmla="val 22505" name="adj"/>
            </a:avLst>
          </a:prstGeom>
          <a:noFill/>
          <a:ln>
            <a:noFill/>
          </a:ln>
        </p:spPr>
      </p:sp>
      <p:sp>
        <p:nvSpPr>
          <p:cNvPr id="257" name="Google Shape;257;p25"/>
          <p:cNvSpPr txBox="1"/>
          <p:nvPr>
            <p:ph type="ctrTitle"/>
          </p:nvPr>
        </p:nvSpPr>
        <p:spPr>
          <a:xfrm>
            <a:off x="367200" y="345750"/>
            <a:ext cx="3121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25"/>
          <p:cNvSpPr txBox="1"/>
          <p:nvPr/>
        </p:nvSpPr>
        <p:spPr>
          <a:xfrm>
            <a:off x="4309225" y="698375"/>
            <a:ext cx="3948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4309225" y="1565545"/>
            <a:ext cx="3948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309225" y="2432714"/>
            <a:ext cx="3948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4309225" y="3299884"/>
            <a:ext cx="3948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62" name="Google Shape;262;p25"/>
          <p:cNvSpPr txBox="1"/>
          <p:nvPr>
            <p:ph idx="1" type="body"/>
          </p:nvPr>
        </p:nvSpPr>
        <p:spPr>
          <a:xfrm>
            <a:off x="4309200" y="1018800"/>
            <a:ext cx="39492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3" name="Google Shape;263;p25"/>
          <p:cNvSpPr txBox="1"/>
          <p:nvPr>
            <p:ph idx="3" type="body"/>
          </p:nvPr>
        </p:nvSpPr>
        <p:spPr>
          <a:xfrm>
            <a:off x="4309200" y="1886400"/>
            <a:ext cx="39492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4" name="Google Shape;264;p25"/>
          <p:cNvSpPr txBox="1"/>
          <p:nvPr>
            <p:ph idx="4" type="body"/>
          </p:nvPr>
        </p:nvSpPr>
        <p:spPr>
          <a:xfrm>
            <a:off x="4309200" y="2754000"/>
            <a:ext cx="39492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5" name="Google Shape;265;p25"/>
          <p:cNvSpPr txBox="1"/>
          <p:nvPr>
            <p:ph idx="5" type="body"/>
          </p:nvPr>
        </p:nvSpPr>
        <p:spPr>
          <a:xfrm>
            <a:off x="4309200" y="3618000"/>
            <a:ext cx="3949200" cy="8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CUSTOM_13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idx="1" type="subTitle"/>
          </p:nvPr>
        </p:nvSpPr>
        <p:spPr>
          <a:xfrm>
            <a:off x="993400" y="2350038"/>
            <a:ext cx="3375300" cy="469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2" type="body"/>
          </p:nvPr>
        </p:nvSpPr>
        <p:spPr>
          <a:xfrm>
            <a:off x="993400" y="2942175"/>
            <a:ext cx="3375300" cy="184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9" name="Google Shape;269;p26"/>
          <p:cNvSpPr/>
          <p:nvPr/>
        </p:nvSpPr>
        <p:spPr>
          <a:xfrm>
            <a:off x="740339" y="1150065"/>
            <a:ext cx="201000" cy="201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 txBox="1"/>
          <p:nvPr>
            <p:ph type="ctrTitle"/>
          </p:nvPr>
        </p:nvSpPr>
        <p:spPr>
          <a:xfrm>
            <a:off x="607050" y="262325"/>
            <a:ext cx="7929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" name="Google Shape;271;p26"/>
          <p:cNvSpPr txBox="1"/>
          <p:nvPr>
            <p:ph idx="3" type="subTitle"/>
          </p:nvPr>
        </p:nvSpPr>
        <p:spPr>
          <a:xfrm>
            <a:off x="5028350" y="2350038"/>
            <a:ext cx="3375300" cy="469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idx="4" type="body"/>
          </p:nvPr>
        </p:nvSpPr>
        <p:spPr>
          <a:xfrm>
            <a:off x="5028350" y="2942175"/>
            <a:ext cx="3375300" cy="184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73" name="Google Shape;273;p26"/>
          <p:cNvSpPr/>
          <p:nvPr/>
        </p:nvSpPr>
        <p:spPr>
          <a:xfrm>
            <a:off x="4775289" y="1150065"/>
            <a:ext cx="201000" cy="201000"/>
          </a:xfrm>
          <a:prstGeom prst="roundRect">
            <a:avLst>
              <a:gd fmla="val 30676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993400" y="1098200"/>
            <a:ext cx="1129200" cy="11292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  <p:sp>
        <p:nvSpPr>
          <p:cNvPr id="275" name="Google Shape;275;p26"/>
          <p:cNvSpPr/>
          <p:nvPr>
            <p:ph idx="6" type="pic"/>
          </p:nvPr>
        </p:nvSpPr>
        <p:spPr>
          <a:xfrm>
            <a:off x="5060375" y="1098200"/>
            <a:ext cx="1129200" cy="11292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CUSTOM_14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ctrTitle"/>
          </p:nvPr>
        </p:nvSpPr>
        <p:spPr>
          <a:xfrm>
            <a:off x="354592" y="305375"/>
            <a:ext cx="8452500" cy="5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subTitle"/>
          </p:nvPr>
        </p:nvSpPr>
        <p:spPr>
          <a:xfrm>
            <a:off x="464200" y="2101500"/>
            <a:ext cx="2598300" cy="50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2" type="body"/>
          </p:nvPr>
        </p:nvSpPr>
        <p:spPr>
          <a:xfrm>
            <a:off x="464200" y="2821300"/>
            <a:ext cx="2598300" cy="1958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80" name="Google Shape;280;p27"/>
          <p:cNvSpPr/>
          <p:nvPr>
            <p:ph idx="3" type="pic"/>
          </p:nvPr>
        </p:nvSpPr>
        <p:spPr>
          <a:xfrm>
            <a:off x="460650" y="1176925"/>
            <a:ext cx="878700" cy="8787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  <p:sp>
        <p:nvSpPr>
          <p:cNvPr id="281" name="Google Shape;281;p27"/>
          <p:cNvSpPr txBox="1"/>
          <p:nvPr>
            <p:ph idx="4" type="subTitle"/>
          </p:nvPr>
        </p:nvSpPr>
        <p:spPr>
          <a:xfrm>
            <a:off x="3281700" y="2107450"/>
            <a:ext cx="2598300" cy="50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5" type="body"/>
          </p:nvPr>
        </p:nvSpPr>
        <p:spPr>
          <a:xfrm>
            <a:off x="3281700" y="2826845"/>
            <a:ext cx="2598300" cy="1958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83" name="Google Shape;283;p27"/>
          <p:cNvSpPr/>
          <p:nvPr>
            <p:ph idx="6" type="pic"/>
          </p:nvPr>
        </p:nvSpPr>
        <p:spPr>
          <a:xfrm>
            <a:off x="3278150" y="1182875"/>
            <a:ext cx="878700" cy="8787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  <p:sp>
        <p:nvSpPr>
          <p:cNvPr id="284" name="Google Shape;284;p27"/>
          <p:cNvSpPr txBox="1"/>
          <p:nvPr>
            <p:ph idx="7" type="subTitle"/>
          </p:nvPr>
        </p:nvSpPr>
        <p:spPr>
          <a:xfrm>
            <a:off x="6102750" y="2107450"/>
            <a:ext cx="2598300" cy="50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8" type="body"/>
          </p:nvPr>
        </p:nvSpPr>
        <p:spPr>
          <a:xfrm>
            <a:off x="6102750" y="2826845"/>
            <a:ext cx="2598300" cy="1958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86" name="Google Shape;286;p27"/>
          <p:cNvSpPr/>
          <p:nvPr>
            <p:ph idx="9" type="pic"/>
          </p:nvPr>
        </p:nvSpPr>
        <p:spPr>
          <a:xfrm>
            <a:off x="6099200" y="1182875"/>
            <a:ext cx="878700" cy="878700"/>
          </a:xfrm>
          <a:prstGeom prst="roundRect">
            <a:avLst>
              <a:gd fmla="val 1113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/>
          <p:nvPr/>
        </p:nvSpPr>
        <p:spPr>
          <a:xfrm flipH="1">
            <a:off x="2187256" y="1494775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 flipH="1">
            <a:off x="5006531" y="1494775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 flipH="1">
            <a:off x="7827581" y="1494775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5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/>
          <p:nvPr/>
        </p:nvSpPr>
        <p:spPr>
          <a:xfrm flipH="1" rot="10800000">
            <a:off x="0" y="75"/>
            <a:ext cx="9141900" cy="3580800"/>
          </a:xfrm>
          <a:prstGeom prst="round1Rect">
            <a:avLst>
              <a:gd fmla="val 2716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0" y="4640700"/>
            <a:ext cx="9144000" cy="51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571450" y="1301750"/>
            <a:ext cx="6604200" cy="18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nken Grotesk"/>
              <a:buNone/>
              <a:defRPr b="1" sz="60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Hanken Grotesk"/>
              <a:buNone/>
              <a:defRPr b="1" sz="6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1">
  <p:cSld name="CUSTOM_16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311700" y="445025"/>
            <a:ext cx="8520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29"/>
          <p:cNvSpPr/>
          <p:nvPr/>
        </p:nvSpPr>
        <p:spPr>
          <a:xfrm>
            <a:off x="991500" y="1765650"/>
            <a:ext cx="54300" cy="161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358450" y="176565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01</a:t>
            </a:r>
            <a:endParaRPr sz="2400">
              <a:solidFill>
                <a:schemeClr val="accent1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298" name="Google Shape;298;p29"/>
          <p:cNvSpPr txBox="1"/>
          <p:nvPr>
            <p:ph idx="1" type="subTitle"/>
          </p:nvPr>
        </p:nvSpPr>
        <p:spPr>
          <a:xfrm>
            <a:off x="1235500" y="17656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" type="body"/>
          </p:nvPr>
        </p:nvSpPr>
        <p:spPr>
          <a:xfrm>
            <a:off x="1235500" y="2356850"/>
            <a:ext cx="1839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00" name="Google Shape;300;p29"/>
          <p:cNvSpPr/>
          <p:nvPr/>
        </p:nvSpPr>
        <p:spPr>
          <a:xfrm>
            <a:off x="3819525" y="1765650"/>
            <a:ext cx="54300" cy="161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3186475" y="176565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02</a:t>
            </a:r>
            <a:endParaRPr sz="2400">
              <a:solidFill>
                <a:schemeClr val="accent1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302" name="Google Shape;302;p29"/>
          <p:cNvSpPr txBox="1"/>
          <p:nvPr>
            <p:ph idx="3" type="subTitle"/>
          </p:nvPr>
        </p:nvSpPr>
        <p:spPr>
          <a:xfrm>
            <a:off x="4063525" y="17656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4063525" y="2356850"/>
            <a:ext cx="1839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04" name="Google Shape;304;p29"/>
          <p:cNvSpPr/>
          <p:nvPr/>
        </p:nvSpPr>
        <p:spPr>
          <a:xfrm>
            <a:off x="6701950" y="1765650"/>
            <a:ext cx="54300" cy="161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6068900" y="176565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03</a:t>
            </a:r>
            <a:endParaRPr sz="2400">
              <a:solidFill>
                <a:schemeClr val="accent1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306" name="Google Shape;306;p29"/>
          <p:cNvSpPr txBox="1"/>
          <p:nvPr>
            <p:ph idx="5" type="subTitle"/>
          </p:nvPr>
        </p:nvSpPr>
        <p:spPr>
          <a:xfrm>
            <a:off x="6945950" y="17656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idx="6" type="body"/>
          </p:nvPr>
        </p:nvSpPr>
        <p:spPr>
          <a:xfrm>
            <a:off x="6945950" y="2356850"/>
            <a:ext cx="1839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2">
  <p:cSld name="CUSTOM_17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 rot="5400000">
            <a:off x="1640275" y="1471975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1425025" y="1360625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47625" y="20777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2" type="body"/>
          </p:nvPr>
        </p:nvSpPr>
        <p:spPr>
          <a:xfrm>
            <a:off x="747625" y="2683175"/>
            <a:ext cx="1839600" cy="12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13" name="Google Shape;313;p30"/>
          <p:cNvSpPr/>
          <p:nvPr/>
        </p:nvSpPr>
        <p:spPr>
          <a:xfrm rot="5400000">
            <a:off x="4434900" y="1471975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4219650" y="1360625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1" sz="240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5" name="Google Shape;315;p30"/>
          <p:cNvSpPr txBox="1"/>
          <p:nvPr>
            <p:ph idx="3" type="subTitle"/>
          </p:nvPr>
        </p:nvSpPr>
        <p:spPr>
          <a:xfrm>
            <a:off x="3542250" y="20777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16" name="Google Shape;316;p30"/>
          <p:cNvSpPr txBox="1"/>
          <p:nvPr>
            <p:ph idx="4" type="body"/>
          </p:nvPr>
        </p:nvSpPr>
        <p:spPr>
          <a:xfrm>
            <a:off x="3542250" y="2683175"/>
            <a:ext cx="1839600" cy="12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17" name="Google Shape;317;p30"/>
          <p:cNvSpPr/>
          <p:nvPr/>
        </p:nvSpPr>
        <p:spPr>
          <a:xfrm rot="5400000">
            <a:off x="7449425" y="1471975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7234175" y="1360625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9" name="Google Shape;319;p30"/>
          <p:cNvSpPr txBox="1"/>
          <p:nvPr>
            <p:ph idx="5" type="subTitle"/>
          </p:nvPr>
        </p:nvSpPr>
        <p:spPr>
          <a:xfrm>
            <a:off x="6556775" y="2077750"/>
            <a:ext cx="18396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6" type="body"/>
          </p:nvPr>
        </p:nvSpPr>
        <p:spPr>
          <a:xfrm>
            <a:off x="6556775" y="2683175"/>
            <a:ext cx="1839600" cy="12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21" name="Google Shape;321;p30"/>
          <p:cNvSpPr txBox="1"/>
          <p:nvPr>
            <p:ph type="title"/>
          </p:nvPr>
        </p:nvSpPr>
        <p:spPr>
          <a:xfrm>
            <a:off x="363150" y="489525"/>
            <a:ext cx="8417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3">
  <p:cSld name="CUSTOM_18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/>
          <p:nvPr/>
        </p:nvSpPr>
        <p:spPr>
          <a:xfrm>
            <a:off x="4077100" y="591100"/>
            <a:ext cx="54300" cy="1055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3444050" y="59110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5" name="Google Shape;325;p31"/>
          <p:cNvSpPr txBox="1"/>
          <p:nvPr>
            <p:ph idx="1" type="subTitle"/>
          </p:nvPr>
        </p:nvSpPr>
        <p:spPr>
          <a:xfrm>
            <a:off x="4321100" y="591100"/>
            <a:ext cx="4344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6" name="Google Shape;326;p31"/>
          <p:cNvSpPr txBox="1"/>
          <p:nvPr>
            <p:ph idx="2" type="body"/>
          </p:nvPr>
        </p:nvSpPr>
        <p:spPr>
          <a:xfrm>
            <a:off x="4321100" y="973525"/>
            <a:ext cx="4344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27" name="Google Shape;327;p31"/>
          <p:cNvSpPr/>
          <p:nvPr/>
        </p:nvSpPr>
        <p:spPr>
          <a:xfrm>
            <a:off x="4077100" y="2044200"/>
            <a:ext cx="54300" cy="1055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3444050" y="204420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2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2400">
              <a:solidFill>
                <a:schemeClr val="accen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31"/>
          <p:cNvSpPr txBox="1"/>
          <p:nvPr>
            <p:ph idx="3" type="subTitle"/>
          </p:nvPr>
        </p:nvSpPr>
        <p:spPr>
          <a:xfrm>
            <a:off x="4321100" y="2044200"/>
            <a:ext cx="4344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30" name="Google Shape;330;p31"/>
          <p:cNvSpPr txBox="1"/>
          <p:nvPr>
            <p:ph idx="4" type="body"/>
          </p:nvPr>
        </p:nvSpPr>
        <p:spPr>
          <a:xfrm>
            <a:off x="4321100" y="2426625"/>
            <a:ext cx="4344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31" name="Google Shape;331;p31"/>
          <p:cNvSpPr/>
          <p:nvPr/>
        </p:nvSpPr>
        <p:spPr>
          <a:xfrm>
            <a:off x="4077100" y="3497300"/>
            <a:ext cx="54300" cy="1055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3444050" y="3497300"/>
            <a:ext cx="484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accent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3" name="Google Shape;333;p31"/>
          <p:cNvSpPr txBox="1"/>
          <p:nvPr>
            <p:ph idx="5" type="subTitle"/>
          </p:nvPr>
        </p:nvSpPr>
        <p:spPr>
          <a:xfrm>
            <a:off x="4321100" y="3497300"/>
            <a:ext cx="4344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34" name="Google Shape;334;p31"/>
          <p:cNvSpPr txBox="1"/>
          <p:nvPr>
            <p:ph idx="6" type="body"/>
          </p:nvPr>
        </p:nvSpPr>
        <p:spPr>
          <a:xfrm>
            <a:off x="4321100" y="3879725"/>
            <a:ext cx="4344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324425" y="591100"/>
            <a:ext cx="2881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1 ">
  <p:cSld name="CUSTOM_19">
    <p:bg>
      <p:bgPr>
        <a:solidFill>
          <a:schemeClr val="accen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/>
          <p:nvPr/>
        </p:nvSpPr>
        <p:spPr>
          <a:xfrm>
            <a:off x="-523450" y="125"/>
            <a:ext cx="4367700" cy="5143500"/>
          </a:xfrm>
          <a:prstGeom prst="roundRect">
            <a:avLst>
              <a:gd fmla="val 1080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4266850" y="346913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9" name="Google Shape;339;p32"/>
          <p:cNvSpPr/>
          <p:nvPr/>
        </p:nvSpPr>
        <p:spPr>
          <a:xfrm>
            <a:off x="4504725" y="545963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4573072" y="626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1" name="Google Shape;341;p32"/>
          <p:cNvSpPr txBox="1"/>
          <p:nvPr>
            <p:ph idx="1" type="subTitle"/>
          </p:nvPr>
        </p:nvSpPr>
        <p:spPr>
          <a:xfrm>
            <a:off x="5271000" y="470879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42" name="Google Shape;342;p32"/>
          <p:cNvSpPr txBox="1"/>
          <p:nvPr>
            <p:ph idx="2" type="body"/>
          </p:nvPr>
        </p:nvSpPr>
        <p:spPr>
          <a:xfrm>
            <a:off x="5271000" y="849672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43" name="Google Shape;343;p32"/>
          <p:cNvSpPr/>
          <p:nvPr/>
        </p:nvSpPr>
        <p:spPr>
          <a:xfrm>
            <a:off x="4266850" y="1450938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4504725" y="1649988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4573072" y="1730245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4266850" y="2637613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4504725" y="2836663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4573072" y="29169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4266850" y="3824288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4504725" y="4023338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4573072" y="4103595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2" name="Google Shape;352;p32"/>
          <p:cNvSpPr txBox="1"/>
          <p:nvPr>
            <p:ph type="title"/>
          </p:nvPr>
        </p:nvSpPr>
        <p:spPr>
          <a:xfrm>
            <a:off x="699325" y="2269425"/>
            <a:ext cx="2693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32"/>
          <p:cNvSpPr txBox="1"/>
          <p:nvPr>
            <p:ph idx="3" type="subTitle"/>
          </p:nvPr>
        </p:nvSpPr>
        <p:spPr>
          <a:xfrm>
            <a:off x="5271000" y="1554254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4" name="Google Shape;354;p32"/>
          <p:cNvSpPr txBox="1"/>
          <p:nvPr>
            <p:ph idx="4" type="body"/>
          </p:nvPr>
        </p:nvSpPr>
        <p:spPr>
          <a:xfrm>
            <a:off x="5271000" y="1933047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5" name="Google Shape;355;p32"/>
          <p:cNvSpPr txBox="1"/>
          <p:nvPr>
            <p:ph idx="5" type="subTitle"/>
          </p:nvPr>
        </p:nvSpPr>
        <p:spPr>
          <a:xfrm>
            <a:off x="5271000" y="2761579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6" name="Google Shape;356;p32"/>
          <p:cNvSpPr txBox="1"/>
          <p:nvPr>
            <p:ph idx="6" type="body"/>
          </p:nvPr>
        </p:nvSpPr>
        <p:spPr>
          <a:xfrm>
            <a:off x="5271000" y="3140372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7" name="Google Shape;357;p32"/>
          <p:cNvSpPr txBox="1"/>
          <p:nvPr>
            <p:ph idx="7" type="subTitle"/>
          </p:nvPr>
        </p:nvSpPr>
        <p:spPr>
          <a:xfrm>
            <a:off x="5271000" y="3968904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8" name="Google Shape;358;p32"/>
          <p:cNvSpPr txBox="1"/>
          <p:nvPr>
            <p:ph idx="8" type="body"/>
          </p:nvPr>
        </p:nvSpPr>
        <p:spPr>
          <a:xfrm>
            <a:off x="5271000" y="4347697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2">
  <p:cSld name="CUSTOM_20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413950" y="346913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13950" y="1450938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413950" y="2637613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413950" y="3824288"/>
            <a:ext cx="4520400" cy="972300"/>
          </a:xfrm>
          <a:prstGeom prst="roundRect">
            <a:avLst>
              <a:gd fmla="val 1428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651825" y="147842"/>
            <a:ext cx="574200" cy="493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720172" y="626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720172" y="1730245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24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720172" y="29169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720172" y="4103595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24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9" name="Google Shape;369;p33"/>
          <p:cNvSpPr txBox="1"/>
          <p:nvPr>
            <p:ph type="title"/>
          </p:nvPr>
        </p:nvSpPr>
        <p:spPr>
          <a:xfrm>
            <a:off x="5822250" y="2298150"/>
            <a:ext cx="2693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1444550" y="470729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body"/>
          </p:nvPr>
        </p:nvSpPr>
        <p:spPr>
          <a:xfrm>
            <a:off x="1444550" y="849522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2" name="Google Shape;372;p33"/>
          <p:cNvSpPr txBox="1"/>
          <p:nvPr>
            <p:ph idx="3" type="subTitle"/>
          </p:nvPr>
        </p:nvSpPr>
        <p:spPr>
          <a:xfrm>
            <a:off x="1444550" y="1554179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73" name="Google Shape;373;p33"/>
          <p:cNvSpPr txBox="1"/>
          <p:nvPr>
            <p:ph idx="4" type="body"/>
          </p:nvPr>
        </p:nvSpPr>
        <p:spPr>
          <a:xfrm>
            <a:off x="1444550" y="1932972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4" name="Google Shape;374;p33"/>
          <p:cNvSpPr txBox="1"/>
          <p:nvPr>
            <p:ph idx="5" type="subTitle"/>
          </p:nvPr>
        </p:nvSpPr>
        <p:spPr>
          <a:xfrm>
            <a:off x="1444550" y="2761579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75" name="Google Shape;375;p33"/>
          <p:cNvSpPr txBox="1"/>
          <p:nvPr>
            <p:ph idx="6" type="body"/>
          </p:nvPr>
        </p:nvSpPr>
        <p:spPr>
          <a:xfrm>
            <a:off x="1444550" y="3140372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6" name="Google Shape;376;p33"/>
          <p:cNvSpPr txBox="1"/>
          <p:nvPr>
            <p:ph idx="7" type="subTitle"/>
          </p:nvPr>
        </p:nvSpPr>
        <p:spPr>
          <a:xfrm>
            <a:off x="1444550" y="3948104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77" name="Google Shape;377;p33"/>
          <p:cNvSpPr txBox="1"/>
          <p:nvPr>
            <p:ph idx="8" type="body"/>
          </p:nvPr>
        </p:nvSpPr>
        <p:spPr>
          <a:xfrm>
            <a:off x="1444550" y="4326897"/>
            <a:ext cx="33282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3">
  <p:cSld name="CUSTOM_2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9" name="Google Shape;379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2690080" y="1833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4968255" y="1833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7246430" y="1833013"/>
            <a:ext cx="243000" cy="243000"/>
          </a:xfrm>
          <a:prstGeom prst="roundRect">
            <a:avLst>
              <a:gd fmla="val 30676" name="adj"/>
            </a:avLst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 txBox="1"/>
          <p:nvPr>
            <p:ph idx="1" type="subTitle"/>
          </p:nvPr>
        </p:nvSpPr>
        <p:spPr>
          <a:xfrm>
            <a:off x="352800" y="219960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5" name="Google Shape;385;p34"/>
          <p:cNvSpPr txBox="1"/>
          <p:nvPr>
            <p:ph idx="2" type="body"/>
          </p:nvPr>
        </p:nvSpPr>
        <p:spPr>
          <a:xfrm>
            <a:off x="352800" y="2807425"/>
            <a:ext cx="1839600" cy="14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86" name="Google Shape;386;p34"/>
          <p:cNvSpPr txBox="1"/>
          <p:nvPr>
            <p:ph idx="3" type="subTitle"/>
          </p:nvPr>
        </p:nvSpPr>
        <p:spPr>
          <a:xfrm>
            <a:off x="2635200" y="219960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7" name="Google Shape;387;p34"/>
          <p:cNvSpPr txBox="1"/>
          <p:nvPr>
            <p:ph idx="4" type="body"/>
          </p:nvPr>
        </p:nvSpPr>
        <p:spPr>
          <a:xfrm>
            <a:off x="2635200" y="2807425"/>
            <a:ext cx="1839600" cy="14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88" name="Google Shape;388;p34"/>
          <p:cNvSpPr txBox="1"/>
          <p:nvPr>
            <p:ph idx="5" type="subTitle"/>
          </p:nvPr>
        </p:nvSpPr>
        <p:spPr>
          <a:xfrm>
            <a:off x="4917600" y="219960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9" name="Google Shape;389;p34"/>
          <p:cNvSpPr txBox="1"/>
          <p:nvPr>
            <p:ph idx="6" type="body"/>
          </p:nvPr>
        </p:nvSpPr>
        <p:spPr>
          <a:xfrm>
            <a:off x="4917600" y="2807425"/>
            <a:ext cx="1839600" cy="14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90" name="Google Shape;390;p34"/>
          <p:cNvSpPr txBox="1"/>
          <p:nvPr>
            <p:ph idx="7" type="subTitle"/>
          </p:nvPr>
        </p:nvSpPr>
        <p:spPr>
          <a:xfrm>
            <a:off x="7200000" y="2199600"/>
            <a:ext cx="18396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1" name="Google Shape;391;p34"/>
          <p:cNvSpPr txBox="1"/>
          <p:nvPr>
            <p:ph idx="8" type="body"/>
          </p:nvPr>
        </p:nvSpPr>
        <p:spPr>
          <a:xfrm>
            <a:off x="7200000" y="2807425"/>
            <a:ext cx="1839600" cy="14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92" name="Google Shape;392;p34"/>
          <p:cNvSpPr txBox="1"/>
          <p:nvPr/>
        </p:nvSpPr>
        <p:spPr>
          <a:xfrm>
            <a:off x="490197" y="1513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2797922" y="1513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5090872" y="1513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7337397" y="1513220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99" name="Google Shape;399;p34"/>
          <p:cNvSpPr txBox="1"/>
          <p:nvPr>
            <p:ph type="title"/>
          </p:nvPr>
        </p:nvSpPr>
        <p:spPr>
          <a:xfrm>
            <a:off x="363150" y="489525"/>
            <a:ext cx="8417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1">
  <p:cSld name="CUSTOM_25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/>
          <p:nvPr/>
        </p:nvSpPr>
        <p:spPr>
          <a:xfrm>
            <a:off x="462414" y="1665450"/>
            <a:ext cx="451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402" name="Google Shape;402;p35"/>
          <p:cNvCxnSpPr/>
          <p:nvPr/>
        </p:nvCxnSpPr>
        <p:spPr>
          <a:xfrm>
            <a:off x="1117141" y="1878883"/>
            <a:ext cx="737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3" name="Google Shape;403;p35"/>
          <p:cNvSpPr txBox="1"/>
          <p:nvPr/>
        </p:nvSpPr>
        <p:spPr>
          <a:xfrm>
            <a:off x="2148851" y="1665450"/>
            <a:ext cx="451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404" name="Google Shape;404;p35"/>
          <p:cNvCxnSpPr/>
          <p:nvPr/>
        </p:nvCxnSpPr>
        <p:spPr>
          <a:xfrm>
            <a:off x="2803578" y="1878883"/>
            <a:ext cx="737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5" name="Google Shape;405;p35"/>
          <p:cNvSpPr txBox="1"/>
          <p:nvPr/>
        </p:nvSpPr>
        <p:spPr>
          <a:xfrm>
            <a:off x="3877676" y="1665450"/>
            <a:ext cx="451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406" name="Google Shape;406;p35"/>
          <p:cNvCxnSpPr/>
          <p:nvPr/>
        </p:nvCxnSpPr>
        <p:spPr>
          <a:xfrm>
            <a:off x="4532402" y="1878883"/>
            <a:ext cx="737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7" name="Google Shape;407;p35"/>
          <p:cNvSpPr txBox="1"/>
          <p:nvPr/>
        </p:nvSpPr>
        <p:spPr>
          <a:xfrm>
            <a:off x="5606500" y="1665450"/>
            <a:ext cx="451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408" name="Google Shape;408;p35"/>
          <p:cNvCxnSpPr/>
          <p:nvPr/>
        </p:nvCxnSpPr>
        <p:spPr>
          <a:xfrm>
            <a:off x="6261227" y="1878883"/>
            <a:ext cx="737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35"/>
          <p:cNvSpPr txBox="1"/>
          <p:nvPr/>
        </p:nvSpPr>
        <p:spPr>
          <a:xfrm>
            <a:off x="7292938" y="1665450"/>
            <a:ext cx="451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05</a:t>
            </a:r>
            <a:endParaRPr b="1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10" name="Google Shape;410;p35"/>
          <p:cNvSpPr txBox="1"/>
          <p:nvPr>
            <p:ph idx="1" type="subTitle"/>
          </p:nvPr>
        </p:nvSpPr>
        <p:spPr>
          <a:xfrm>
            <a:off x="588200" y="2092250"/>
            <a:ext cx="1266600" cy="611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1" name="Google Shape;411;p35"/>
          <p:cNvSpPr txBox="1"/>
          <p:nvPr>
            <p:ph idx="2" type="body"/>
          </p:nvPr>
        </p:nvSpPr>
        <p:spPr>
          <a:xfrm>
            <a:off x="588200" y="2883675"/>
            <a:ext cx="1266600" cy="1494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12" name="Google Shape;412;p35"/>
          <p:cNvSpPr txBox="1"/>
          <p:nvPr>
            <p:ph idx="3" type="subTitle"/>
          </p:nvPr>
        </p:nvSpPr>
        <p:spPr>
          <a:xfrm>
            <a:off x="2274597" y="2092250"/>
            <a:ext cx="1266600" cy="611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3" name="Google Shape;413;p35"/>
          <p:cNvSpPr txBox="1"/>
          <p:nvPr>
            <p:ph idx="4" type="body"/>
          </p:nvPr>
        </p:nvSpPr>
        <p:spPr>
          <a:xfrm>
            <a:off x="2274591" y="2883675"/>
            <a:ext cx="1266600" cy="1494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14" name="Google Shape;414;p35"/>
          <p:cNvSpPr txBox="1"/>
          <p:nvPr>
            <p:ph idx="5" type="subTitle"/>
          </p:nvPr>
        </p:nvSpPr>
        <p:spPr>
          <a:xfrm>
            <a:off x="4003412" y="2092250"/>
            <a:ext cx="1266600" cy="611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5" name="Google Shape;415;p35"/>
          <p:cNvSpPr txBox="1"/>
          <p:nvPr>
            <p:ph idx="6" type="body"/>
          </p:nvPr>
        </p:nvSpPr>
        <p:spPr>
          <a:xfrm>
            <a:off x="4003402" y="2883675"/>
            <a:ext cx="1266600" cy="1494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16" name="Google Shape;416;p35"/>
          <p:cNvSpPr txBox="1"/>
          <p:nvPr>
            <p:ph idx="7" type="subTitle"/>
          </p:nvPr>
        </p:nvSpPr>
        <p:spPr>
          <a:xfrm>
            <a:off x="5732228" y="2092250"/>
            <a:ext cx="1266600" cy="611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5"/>
          <p:cNvSpPr txBox="1"/>
          <p:nvPr>
            <p:ph idx="8" type="body"/>
          </p:nvPr>
        </p:nvSpPr>
        <p:spPr>
          <a:xfrm>
            <a:off x="5732213" y="2883675"/>
            <a:ext cx="1266600" cy="1494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18" name="Google Shape;418;p35"/>
          <p:cNvSpPr txBox="1"/>
          <p:nvPr>
            <p:ph idx="9" type="subTitle"/>
          </p:nvPr>
        </p:nvSpPr>
        <p:spPr>
          <a:xfrm>
            <a:off x="7418625" y="2092250"/>
            <a:ext cx="1266600" cy="611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9" name="Google Shape;419;p35"/>
          <p:cNvSpPr txBox="1"/>
          <p:nvPr>
            <p:ph idx="13" type="body"/>
          </p:nvPr>
        </p:nvSpPr>
        <p:spPr>
          <a:xfrm>
            <a:off x="7418604" y="2883675"/>
            <a:ext cx="1266600" cy="1494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20" name="Google Shape;420;p35"/>
          <p:cNvSpPr txBox="1"/>
          <p:nvPr>
            <p:ph type="title"/>
          </p:nvPr>
        </p:nvSpPr>
        <p:spPr>
          <a:xfrm>
            <a:off x="267525" y="584100"/>
            <a:ext cx="8417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2">
  <p:cSld name="CUSTOM_23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/>
          <p:nvPr/>
        </p:nvSpPr>
        <p:spPr>
          <a:xfrm>
            <a:off x="950889" y="1156537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6"/>
          <p:cNvSpPr txBox="1"/>
          <p:nvPr>
            <p:ph idx="1" type="subTitle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4" name="Google Shape;424;p36"/>
          <p:cNvSpPr txBox="1"/>
          <p:nvPr>
            <p:ph idx="2" type="body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25" name="Google Shape;425;p36"/>
          <p:cNvSpPr txBox="1"/>
          <p:nvPr/>
        </p:nvSpPr>
        <p:spPr>
          <a:xfrm>
            <a:off x="1088297" y="1305932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2587814" y="2009487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 txBox="1"/>
          <p:nvPr>
            <p:ph idx="3" type="subTitle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8" name="Google Shape;428;p36"/>
          <p:cNvSpPr txBox="1"/>
          <p:nvPr>
            <p:ph idx="4" type="body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29" name="Google Shape;429;p36"/>
          <p:cNvSpPr txBox="1"/>
          <p:nvPr/>
        </p:nvSpPr>
        <p:spPr>
          <a:xfrm>
            <a:off x="2725222" y="2158882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4224739" y="1156537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6"/>
          <p:cNvSpPr txBox="1"/>
          <p:nvPr>
            <p:ph idx="5" type="subTitle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2" name="Google Shape;432;p36"/>
          <p:cNvSpPr txBox="1"/>
          <p:nvPr>
            <p:ph idx="6" type="body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33" name="Google Shape;433;p36"/>
          <p:cNvSpPr txBox="1"/>
          <p:nvPr/>
        </p:nvSpPr>
        <p:spPr>
          <a:xfrm>
            <a:off x="4362147" y="1305932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5861664" y="2009487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"/>
          <p:cNvSpPr txBox="1"/>
          <p:nvPr>
            <p:ph idx="7" type="subTitle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6" name="Google Shape;436;p36"/>
          <p:cNvSpPr txBox="1"/>
          <p:nvPr>
            <p:ph idx="8" type="body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37" name="Google Shape;437;p36"/>
          <p:cNvSpPr txBox="1"/>
          <p:nvPr/>
        </p:nvSpPr>
        <p:spPr>
          <a:xfrm>
            <a:off x="5999072" y="2158882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7498589" y="1157112"/>
            <a:ext cx="712200" cy="7122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 txBox="1"/>
          <p:nvPr>
            <p:ph idx="9" type="subTitle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40" name="Google Shape;440;p36"/>
          <p:cNvSpPr txBox="1"/>
          <p:nvPr>
            <p:ph idx="13" type="body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41" name="Google Shape;441;p36"/>
          <p:cNvSpPr txBox="1"/>
          <p:nvPr/>
        </p:nvSpPr>
        <p:spPr>
          <a:xfrm>
            <a:off x="7635997" y="1306507"/>
            <a:ext cx="437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05</a:t>
            </a:r>
            <a:endParaRPr b="1" sz="24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2" name="Google Shape;442;p36"/>
          <p:cNvSpPr txBox="1"/>
          <p:nvPr>
            <p:ph type="title"/>
          </p:nvPr>
        </p:nvSpPr>
        <p:spPr>
          <a:xfrm>
            <a:off x="363150" y="326475"/>
            <a:ext cx="8417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3">
  <p:cSld name="CUSTOM_24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/>
          <p:nvPr/>
        </p:nvSpPr>
        <p:spPr>
          <a:xfrm>
            <a:off x="350333" y="797288"/>
            <a:ext cx="2379000" cy="1623000"/>
          </a:xfrm>
          <a:prstGeom prst="roundRect">
            <a:avLst>
              <a:gd fmla="val 747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1951890" y="462063"/>
            <a:ext cx="610500" cy="6105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2069677" y="590125"/>
            <a:ext cx="37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01</a:t>
            </a:r>
            <a:endParaRPr b="1"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7" name="Google Shape;447;p37"/>
          <p:cNvSpPr txBox="1"/>
          <p:nvPr>
            <p:ph idx="1" type="subTitle"/>
          </p:nvPr>
        </p:nvSpPr>
        <p:spPr>
          <a:xfrm>
            <a:off x="500926" y="1112008"/>
            <a:ext cx="2077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2" type="body"/>
          </p:nvPr>
        </p:nvSpPr>
        <p:spPr>
          <a:xfrm>
            <a:off x="500926" y="1665714"/>
            <a:ext cx="2077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49" name="Google Shape;449;p37"/>
          <p:cNvSpPr/>
          <p:nvPr/>
        </p:nvSpPr>
        <p:spPr>
          <a:xfrm>
            <a:off x="3056318" y="797288"/>
            <a:ext cx="2379000" cy="1623000"/>
          </a:xfrm>
          <a:prstGeom prst="roundRect">
            <a:avLst>
              <a:gd fmla="val 7462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4657875" y="462063"/>
            <a:ext cx="610500" cy="6105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4775662" y="590125"/>
            <a:ext cx="37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02</a:t>
            </a:r>
            <a:endParaRPr b="1"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2" name="Google Shape;452;p37"/>
          <p:cNvSpPr txBox="1"/>
          <p:nvPr>
            <p:ph idx="3" type="subTitle"/>
          </p:nvPr>
        </p:nvSpPr>
        <p:spPr>
          <a:xfrm>
            <a:off x="3206923" y="1112008"/>
            <a:ext cx="2077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" type="body"/>
          </p:nvPr>
        </p:nvSpPr>
        <p:spPr>
          <a:xfrm>
            <a:off x="3206923" y="1665714"/>
            <a:ext cx="2077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54" name="Google Shape;454;p37"/>
          <p:cNvSpPr/>
          <p:nvPr/>
        </p:nvSpPr>
        <p:spPr>
          <a:xfrm>
            <a:off x="5762303" y="797288"/>
            <a:ext cx="2379000" cy="1623000"/>
          </a:xfrm>
          <a:prstGeom prst="roundRect">
            <a:avLst>
              <a:gd fmla="val 6951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7"/>
          <p:cNvSpPr/>
          <p:nvPr/>
        </p:nvSpPr>
        <p:spPr>
          <a:xfrm>
            <a:off x="7363860" y="462063"/>
            <a:ext cx="610500" cy="6105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7481647" y="590125"/>
            <a:ext cx="37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03</a:t>
            </a:r>
            <a:endParaRPr b="1"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7" name="Google Shape;457;p37"/>
          <p:cNvSpPr txBox="1"/>
          <p:nvPr>
            <p:ph idx="5" type="subTitle"/>
          </p:nvPr>
        </p:nvSpPr>
        <p:spPr>
          <a:xfrm>
            <a:off x="5912921" y="1112008"/>
            <a:ext cx="2077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58" name="Google Shape;458;p37"/>
          <p:cNvSpPr txBox="1"/>
          <p:nvPr>
            <p:ph idx="6" type="body"/>
          </p:nvPr>
        </p:nvSpPr>
        <p:spPr>
          <a:xfrm>
            <a:off x="5912921" y="1665714"/>
            <a:ext cx="2077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59" name="Google Shape;459;p37"/>
          <p:cNvSpPr/>
          <p:nvPr/>
        </p:nvSpPr>
        <p:spPr>
          <a:xfrm>
            <a:off x="3605538" y="3058436"/>
            <a:ext cx="2379000" cy="1623000"/>
          </a:xfrm>
          <a:prstGeom prst="roundRect">
            <a:avLst>
              <a:gd fmla="val 6898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7"/>
          <p:cNvSpPr/>
          <p:nvPr/>
        </p:nvSpPr>
        <p:spPr>
          <a:xfrm>
            <a:off x="5207095" y="2723211"/>
            <a:ext cx="610500" cy="6105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7"/>
          <p:cNvSpPr txBox="1"/>
          <p:nvPr/>
        </p:nvSpPr>
        <p:spPr>
          <a:xfrm>
            <a:off x="5324882" y="2851274"/>
            <a:ext cx="37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endParaRPr b="1"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2" name="Google Shape;462;p37"/>
          <p:cNvSpPr txBox="1"/>
          <p:nvPr>
            <p:ph idx="7" type="subTitle"/>
          </p:nvPr>
        </p:nvSpPr>
        <p:spPr>
          <a:xfrm>
            <a:off x="3756156" y="3373156"/>
            <a:ext cx="2077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63" name="Google Shape;463;p37"/>
          <p:cNvSpPr txBox="1"/>
          <p:nvPr>
            <p:ph idx="8" type="body"/>
          </p:nvPr>
        </p:nvSpPr>
        <p:spPr>
          <a:xfrm>
            <a:off x="3756156" y="3926862"/>
            <a:ext cx="2077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64" name="Google Shape;464;p37"/>
          <p:cNvSpPr/>
          <p:nvPr/>
        </p:nvSpPr>
        <p:spPr>
          <a:xfrm>
            <a:off x="6414663" y="3058436"/>
            <a:ext cx="2379000" cy="1623000"/>
          </a:xfrm>
          <a:prstGeom prst="roundRect">
            <a:avLst>
              <a:gd fmla="val 7925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7"/>
          <p:cNvSpPr/>
          <p:nvPr/>
        </p:nvSpPr>
        <p:spPr>
          <a:xfrm>
            <a:off x="8016220" y="2723211"/>
            <a:ext cx="610500" cy="610500"/>
          </a:xfrm>
          <a:prstGeom prst="roundRect">
            <a:avLst>
              <a:gd fmla="val 22758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7"/>
          <p:cNvSpPr txBox="1"/>
          <p:nvPr/>
        </p:nvSpPr>
        <p:spPr>
          <a:xfrm>
            <a:off x="8134007" y="2851274"/>
            <a:ext cx="37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05</a:t>
            </a:r>
            <a:endParaRPr b="1"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7" name="Google Shape;467;p37"/>
          <p:cNvSpPr txBox="1"/>
          <p:nvPr>
            <p:ph idx="9" type="subTitle"/>
          </p:nvPr>
        </p:nvSpPr>
        <p:spPr>
          <a:xfrm>
            <a:off x="6565281" y="3373156"/>
            <a:ext cx="2077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68" name="Google Shape;468;p37"/>
          <p:cNvSpPr txBox="1"/>
          <p:nvPr>
            <p:ph idx="13" type="body"/>
          </p:nvPr>
        </p:nvSpPr>
        <p:spPr>
          <a:xfrm>
            <a:off x="6565281" y="3926862"/>
            <a:ext cx="2077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69" name="Google Shape;469;p37"/>
          <p:cNvSpPr txBox="1"/>
          <p:nvPr>
            <p:ph type="title"/>
          </p:nvPr>
        </p:nvSpPr>
        <p:spPr>
          <a:xfrm>
            <a:off x="350325" y="3058438"/>
            <a:ext cx="30315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1">
  <p:cSld name="CUSTOM_26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8"/>
          <p:cNvSpPr txBox="1"/>
          <p:nvPr>
            <p:ph type="title"/>
          </p:nvPr>
        </p:nvSpPr>
        <p:spPr>
          <a:xfrm>
            <a:off x="395375" y="2298150"/>
            <a:ext cx="4479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2" name="Google Shape;472;p38"/>
          <p:cNvSpPr/>
          <p:nvPr/>
        </p:nvSpPr>
        <p:spPr>
          <a:xfrm>
            <a:off x="5358825" y="685950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5358875" y="1795175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5358925" y="2904388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5358825" y="4013613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6" name="Google Shape;476;p38"/>
          <p:cNvSpPr txBox="1"/>
          <p:nvPr>
            <p:ph idx="1" type="body"/>
          </p:nvPr>
        </p:nvSpPr>
        <p:spPr>
          <a:xfrm>
            <a:off x="6029075" y="567300"/>
            <a:ext cx="27234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7" name="Google Shape;477;p38"/>
          <p:cNvSpPr txBox="1"/>
          <p:nvPr>
            <p:ph idx="2" type="body"/>
          </p:nvPr>
        </p:nvSpPr>
        <p:spPr>
          <a:xfrm>
            <a:off x="6029108" y="1676529"/>
            <a:ext cx="27234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8" name="Google Shape;478;p38"/>
          <p:cNvSpPr txBox="1"/>
          <p:nvPr>
            <p:ph idx="3" type="body"/>
          </p:nvPr>
        </p:nvSpPr>
        <p:spPr>
          <a:xfrm>
            <a:off x="6029142" y="2785746"/>
            <a:ext cx="27234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9" name="Google Shape;479;p38"/>
          <p:cNvSpPr txBox="1"/>
          <p:nvPr>
            <p:ph idx="4" type="body"/>
          </p:nvPr>
        </p:nvSpPr>
        <p:spPr>
          <a:xfrm>
            <a:off x="6029075" y="3894975"/>
            <a:ext cx="27234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80" name="Google Shape;480;p38"/>
          <p:cNvSpPr txBox="1"/>
          <p:nvPr>
            <p:ph idx="5" type="subTitle"/>
          </p:nvPr>
        </p:nvSpPr>
        <p:spPr>
          <a:xfrm>
            <a:off x="5426175" y="760350"/>
            <a:ext cx="318900" cy="3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6" type="subTitle"/>
          </p:nvPr>
        </p:nvSpPr>
        <p:spPr>
          <a:xfrm>
            <a:off x="5426175" y="1869575"/>
            <a:ext cx="318900" cy="3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7" type="subTitle"/>
          </p:nvPr>
        </p:nvSpPr>
        <p:spPr>
          <a:xfrm>
            <a:off x="5426175" y="2978800"/>
            <a:ext cx="318900" cy="3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8" type="subTitle"/>
          </p:nvPr>
        </p:nvSpPr>
        <p:spPr>
          <a:xfrm>
            <a:off x="5426175" y="4088025"/>
            <a:ext cx="318900" cy="3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2">
  <p:cSld name="CUSTOM_27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/>
          <p:cNvSpPr/>
          <p:nvPr/>
        </p:nvSpPr>
        <p:spPr>
          <a:xfrm>
            <a:off x="5400425" y="346900"/>
            <a:ext cx="3358800" cy="972300"/>
          </a:xfrm>
          <a:prstGeom prst="roundRect">
            <a:avLst>
              <a:gd fmla="val 1428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5551888" y="545950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7" name="Google Shape;487;p39"/>
          <p:cNvSpPr txBox="1"/>
          <p:nvPr>
            <p:ph idx="1" type="body"/>
          </p:nvPr>
        </p:nvSpPr>
        <p:spPr>
          <a:xfrm>
            <a:off x="6318163" y="462563"/>
            <a:ext cx="22896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p39"/>
          <p:cNvSpPr/>
          <p:nvPr/>
        </p:nvSpPr>
        <p:spPr>
          <a:xfrm>
            <a:off x="5400425" y="1450925"/>
            <a:ext cx="3358800" cy="972300"/>
          </a:xfrm>
          <a:prstGeom prst="roundRect">
            <a:avLst>
              <a:gd fmla="val 1428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5551888" y="1649975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5400425" y="2637600"/>
            <a:ext cx="3358800" cy="972300"/>
          </a:xfrm>
          <a:prstGeom prst="roundRect">
            <a:avLst>
              <a:gd fmla="val 1428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5551888" y="2836650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5400425" y="3824275"/>
            <a:ext cx="3358800" cy="972300"/>
          </a:xfrm>
          <a:prstGeom prst="roundRect">
            <a:avLst>
              <a:gd fmla="val 1428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5551888" y="4023325"/>
            <a:ext cx="574200" cy="57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-523450" y="125"/>
            <a:ext cx="5319900" cy="5143500"/>
          </a:xfrm>
          <a:prstGeom prst="roundRect">
            <a:avLst>
              <a:gd fmla="val 108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5" name="Google Shape;495;p39"/>
          <p:cNvSpPr txBox="1"/>
          <p:nvPr>
            <p:ph type="title"/>
          </p:nvPr>
        </p:nvSpPr>
        <p:spPr>
          <a:xfrm>
            <a:off x="515625" y="2298275"/>
            <a:ext cx="3756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2" type="body"/>
          </p:nvPr>
        </p:nvSpPr>
        <p:spPr>
          <a:xfrm>
            <a:off x="6318163" y="1550088"/>
            <a:ext cx="22896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3" type="body"/>
          </p:nvPr>
        </p:nvSpPr>
        <p:spPr>
          <a:xfrm>
            <a:off x="6318163" y="2753413"/>
            <a:ext cx="22896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4" type="body"/>
          </p:nvPr>
        </p:nvSpPr>
        <p:spPr>
          <a:xfrm>
            <a:off x="6318163" y="3939938"/>
            <a:ext cx="22896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5" type="subTitle"/>
          </p:nvPr>
        </p:nvSpPr>
        <p:spPr>
          <a:xfrm>
            <a:off x="5661388" y="653813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6" type="subTitle"/>
          </p:nvPr>
        </p:nvSpPr>
        <p:spPr>
          <a:xfrm>
            <a:off x="5661388" y="1745238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7" type="subTitle"/>
          </p:nvPr>
        </p:nvSpPr>
        <p:spPr>
          <a:xfrm>
            <a:off x="5661388" y="2944663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8" type="subTitle"/>
          </p:nvPr>
        </p:nvSpPr>
        <p:spPr>
          <a:xfrm>
            <a:off x="5661388" y="4131188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1">
  <p:cSld name="CUSTOM_28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/>
          <p:nvPr/>
        </p:nvSpPr>
        <p:spPr>
          <a:xfrm rot="-5400000">
            <a:off x="1981500" y="-2030400"/>
            <a:ext cx="5211300" cy="9204300"/>
          </a:xfrm>
          <a:prstGeom prst="round1Rect">
            <a:avLst>
              <a:gd fmla="val 14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/>
          <p:nvPr/>
        </p:nvSpPr>
        <p:spPr>
          <a:xfrm rot="10800000">
            <a:off x="2892658" y="1730667"/>
            <a:ext cx="3345000" cy="9723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0"/>
          <p:cNvSpPr/>
          <p:nvPr/>
        </p:nvSpPr>
        <p:spPr>
          <a:xfrm rot="10800000">
            <a:off x="2892658" y="2760346"/>
            <a:ext cx="3345000" cy="9723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0"/>
          <p:cNvSpPr/>
          <p:nvPr/>
        </p:nvSpPr>
        <p:spPr>
          <a:xfrm rot="10800000">
            <a:off x="2906347" y="3790025"/>
            <a:ext cx="3345000" cy="972300"/>
          </a:xfrm>
          <a:prstGeom prst="round1Rect">
            <a:avLst>
              <a:gd fmla="val 265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0"/>
          <p:cNvSpPr txBox="1"/>
          <p:nvPr>
            <p:ph type="title"/>
          </p:nvPr>
        </p:nvSpPr>
        <p:spPr>
          <a:xfrm>
            <a:off x="1891975" y="498250"/>
            <a:ext cx="53601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9" name="Google Shape;509;p40"/>
          <p:cNvSpPr txBox="1"/>
          <p:nvPr>
            <p:ph idx="1" type="body"/>
          </p:nvPr>
        </p:nvSpPr>
        <p:spPr>
          <a:xfrm>
            <a:off x="3793042" y="1871375"/>
            <a:ext cx="22827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10" name="Google Shape;510;p40"/>
          <p:cNvSpPr/>
          <p:nvPr/>
        </p:nvSpPr>
        <p:spPr>
          <a:xfrm>
            <a:off x="3111800" y="1990013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1" name="Google Shape;511;p40"/>
          <p:cNvSpPr txBox="1"/>
          <p:nvPr>
            <p:ph idx="2" type="body"/>
          </p:nvPr>
        </p:nvSpPr>
        <p:spPr>
          <a:xfrm>
            <a:off x="3789361" y="2901042"/>
            <a:ext cx="22827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12" name="Google Shape;512;p40"/>
          <p:cNvSpPr/>
          <p:nvPr/>
        </p:nvSpPr>
        <p:spPr>
          <a:xfrm>
            <a:off x="3104900" y="3019675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3" name="Google Shape;513;p40"/>
          <p:cNvSpPr txBox="1"/>
          <p:nvPr>
            <p:ph idx="3" type="body"/>
          </p:nvPr>
        </p:nvSpPr>
        <p:spPr>
          <a:xfrm>
            <a:off x="3786000" y="3930722"/>
            <a:ext cx="22827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14" name="Google Shape;514;p40"/>
          <p:cNvSpPr/>
          <p:nvPr/>
        </p:nvSpPr>
        <p:spPr>
          <a:xfrm>
            <a:off x="3098600" y="4049350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p40"/>
          <p:cNvSpPr txBox="1"/>
          <p:nvPr>
            <p:ph idx="4" type="subTitle"/>
          </p:nvPr>
        </p:nvSpPr>
        <p:spPr>
          <a:xfrm>
            <a:off x="3161000" y="2037725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40"/>
          <p:cNvSpPr txBox="1"/>
          <p:nvPr>
            <p:ph idx="5" type="subTitle"/>
          </p:nvPr>
        </p:nvSpPr>
        <p:spPr>
          <a:xfrm>
            <a:off x="3147800" y="3067400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40"/>
          <p:cNvSpPr txBox="1"/>
          <p:nvPr>
            <p:ph idx="6" type="subTitle"/>
          </p:nvPr>
        </p:nvSpPr>
        <p:spPr>
          <a:xfrm>
            <a:off x="3154100" y="4097075"/>
            <a:ext cx="3552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2">
  <p:cSld name="CUSTOM_29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"/>
          <p:cNvSpPr txBox="1"/>
          <p:nvPr>
            <p:ph type="title"/>
          </p:nvPr>
        </p:nvSpPr>
        <p:spPr>
          <a:xfrm>
            <a:off x="435325" y="2288275"/>
            <a:ext cx="39075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0" name="Google Shape;520;p41"/>
          <p:cNvSpPr/>
          <p:nvPr/>
        </p:nvSpPr>
        <p:spPr>
          <a:xfrm>
            <a:off x="4950175" y="471425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5141737" y="81162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41"/>
          <p:cNvSpPr txBox="1"/>
          <p:nvPr>
            <p:ph idx="1" type="body"/>
          </p:nvPr>
        </p:nvSpPr>
        <p:spPr>
          <a:xfrm>
            <a:off x="5932775" y="640475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3" name="Google Shape;523;p41"/>
          <p:cNvSpPr/>
          <p:nvPr/>
        </p:nvSpPr>
        <p:spPr>
          <a:xfrm>
            <a:off x="4950175" y="1952900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5141737" y="2293100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41"/>
          <p:cNvSpPr txBox="1"/>
          <p:nvPr>
            <p:ph idx="2" type="body"/>
          </p:nvPr>
        </p:nvSpPr>
        <p:spPr>
          <a:xfrm>
            <a:off x="5932775" y="2121950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6" name="Google Shape;526;p41"/>
          <p:cNvSpPr/>
          <p:nvPr/>
        </p:nvSpPr>
        <p:spPr>
          <a:xfrm>
            <a:off x="4950175" y="3434375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5141737" y="37745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8" name="Google Shape;528;p41"/>
          <p:cNvSpPr txBox="1"/>
          <p:nvPr>
            <p:ph idx="3" type="body"/>
          </p:nvPr>
        </p:nvSpPr>
        <p:spPr>
          <a:xfrm>
            <a:off x="5932775" y="3603425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9" name="Google Shape;529;p41"/>
          <p:cNvSpPr txBox="1"/>
          <p:nvPr>
            <p:ph idx="4" type="subTitle"/>
          </p:nvPr>
        </p:nvSpPr>
        <p:spPr>
          <a:xfrm>
            <a:off x="5253925" y="93267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0" name="Google Shape;530;p41"/>
          <p:cNvSpPr txBox="1"/>
          <p:nvPr>
            <p:ph idx="5" type="subTitle"/>
          </p:nvPr>
        </p:nvSpPr>
        <p:spPr>
          <a:xfrm>
            <a:off x="5253925" y="241415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1" name="Google Shape;531;p41"/>
          <p:cNvSpPr txBox="1"/>
          <p:nvPr>
            <p:ph idx="6" type="subTitle"/>
          </p:nvPr>
        </p:nvSpPr>
        <p:spPr>
          <a:xfrm>
            <a:off x="5253925" y="390511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1">
  <p:cSld name="CUSTOM_30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"/>
          <p:cNvSpPr txBox="1"/>
          <p:nvPr>
            <p:ph type="title"/>
          </p:nvPr>
        </p:nvSpPr>
        <p:spPr>
          <a:xfrm>
            <a:off x="994950" y="1056628"/>
            <a:ext cx="715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4" name="Google Shape;534;p42"/>
          <p:cNvSpPr/>
          <p:nvPr/>
        </p:nvSpPr>
        <p:spPr>
          <a:xfrm>
            <a:off x="1387963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5" name="Google Shape;535;p42"/>
          <p:cNvSpPr/>
          <p:nvPr/>
        </p:nvSpPr>
        <p:spPr>
          <a:xfrm>
            <a:off x="2533825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6" name="Google Shape;536;p42"/>
          <p:cNvSpPr txBox="1"/>
          <p:nvPr>
            <p:ph idx="1" type="body"/>
          </p:nvPr>
        </p:nvSpPr>
        <p:spPr>
          <a:xfrm>
            <a:off x="1536513" y="29309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7" name="Google Shape;537;p42"/>
          <p:cNvSpPr txBox="1"/>
          <p:nvPr>
            <p:ph idx="2" type="subTitle"/>
          </p:nvPr>
        </p:nvSpPr>
        <p:spPr>
          <a:xfrm>
            <a:off x="2646013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8" name="Google Shape;538;p42"/>
          <p:cNvSpPr/>
          <p:nvPr/>
        </p:nvSpPr>
        <p:spPr>
          <a:xfrm>
            <a:off x="4898538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42"/>
          <p:cNvSpPr/>
          <p:nvPr/>
        </p:nvSpPr>
        <p:spPr>
          <a:xfrm>
            <a:off x="6044400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42"/>
          <p:cNvSpPr txBox="1"/>
          <p:nvPr>
            <p:ph idx="3" type="body"/>
          </p:nvPr>
        </p:nvSpPr>
        <p:spPr>
          <a:xfrm>
            <a:off x="5047088" y="29309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1" name="Google Shape;541;p42"/>
          <p:cNvSpPr txBox="1"/>
          <p:nvPr>
            <p:ph idx="4" type="subTitle"/>
          </p:nvPr>
        </p:nvSpPr>
        <p:spPr>
          <a:xfrm>
            <a:off x="6156588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2">
  <p:cSld name="CUSTOM_3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3"/>
          <p:cNvSpPr/>
          <p:nvPr/>
        </p:nvSpPr>
        <p:spPr>
          <a:xfrm>
            <a:off x="1387963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2533825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5" name="Google Shape;545;p43"/>
          <p:cNvSpPr txBox="1"/>
          <p:nvPr>
            <p:ph idx="1" type="body"/>
          </p:nvPr>
        </p:nvSpPr>
        <p:spPr>
          <a:xfrm>
            <a:off x="1541551" y="29557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6" name="Google Shape;546;p43"/>
          <p:cNvSpPr/>
          <p:nvPr/>
        </p:nvSpPr>
        <p:spPr>
          <a:xfrm>
            <a:off x="4898538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6044400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8" name="Google Shape;548;p43"/>
          <p:cNvSpPr txBox="1"/>
          <p:nvPr>
            <p:ph idx="2" type="body"/>
          </p:nvPr>
        </p:nvSpPr>
        <p:spPr>
          <a:xfrm>
            <a:off x="5052126" y="29557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9" name="Google Shape;549;p43"/>
          <p:cNvSpPr txBox="1"/>
          <p:nvPr>
            <p:ph type="title"/>
          </p:nvPr>
        </p:nvSpPr>
        <p:spPr>
          <a:xfrm>
            <a:off x="994950" y="1056628"/>
            <a:ext cx="715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0" name="Google Shape;550;p43"/>
          <p:cNvSpPr txBox="1"/>
          <p:nvPr>
            <p:ph idx="3" type="subTitle"/>
          </p:nvPr>
        </p:nvSpPr>
        <p:spPr>
          <a:xfrm>
            <a:off x="2646013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1" name="Google Shape;551;p43"/>
          <p:cNvSpPr txBox="1"/>
          <p:nvPr>
            <p:ph idx="4" type="subTitle"/>
          </p:nvPr>
        </p:nvSpPr>
        <p:spPr>
          <a:xfrm>
            <a:off x="6156588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1">
  <p:cSld name="CUSTOM_32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/>
          <p:nvPr/>
        </p:nvSpPr>
        <p:spPr>
          <a:xfrm>
            <a:off x="3910750" y="125"/>
            <a:ext cx="6695100" cy="5143500"/>
          </a:xfrm>
          <a:prstGeom prst="roundRect">
            <a:avLst>
              <a:gd fmla="val 64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4902600" y="2628825"/>
            <a:ext cx="3358800" cy="9951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44"/>
          <p:cNvSpPr txBox="1"/>
          <p:nvPr>
            <p:ph type="title"/>
          </p:nvPr>
        </p:nvSpPr>
        <p:spPr>
          <a:xfrm>
            <a:off x="600625" y="2288275"/>
            <a:ext cx="26625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6" name="Google Shape;556;p44"/>
          <p:cNvSpPr/>
          <p:nvPr/>
        </p:nvSpPr>
        <p:spPr>
          <a:xfrm>
            <a:off x="4902600" y="410375"/>
            <a:ext cx="3358800" cy="9951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4902600" y="1519588"/>
            <a:ext cx="3358800" cy="9951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44"/>
          <p:cNvSpPr/>
          <p:nvPr/>
        </p:nvSpPr>
        <p:spPr>
          <a:xfrm>
            <a:off x="4902600" y="3738050"/>
            <a:ext cx="3358800" cy="9951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5058525" y="681125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0" name="Google Shape;560;p44"/>
          <p:cNvSpPr txBox="1"/>
          <p:nvPr>
            <p:ph idx="1" type="body"/>
          </p:nvPr>
        </p:nvSpPr>
        <p:spPr>
          <a:xfrm>
            <a:off x="5697100" y="564300"/>
            <a:ext cx="23793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1" name="Google Shape;561;p44"/>
          <p:cNvSpPr/>
          <p:nvPr/>
        </p:nvSpPr>
        <p:spPr>
          <a:xfrm>
            <a:off x="5045625" y="1785525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2" name="Google Shape;562;p44"/>
          <p:cNvSpPr txBox="1"/>
          <p:nvPr>
            <p:ph idx="2" type="body"/>
          </p:nvPr>
        </p:nvSpPr>
        <p:spPr>
          <a:xfrm>
            <a:off x="5697100" y="1668703"/>
            <a:ext cx="23793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3" name="Google Shape;563;p44"/>
          <p:cNvSpPr/>
          <p:nvPr/>
        </p:nvSpPr>
        <p:spPr>
          <a:xfrm>
            <a:off x="5045625" y="2894150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4" name="Google Shape;564;p44"/>
          <p:cNvSpPr txBox="1"/>
          <p:nvPr>
            <p:ph idx="3" type="body"/>
          </p:nvPr>
        </p:nvSpPr>
        <p:spPr>
          <a:xfrm>
            <a:off x="5697100" y="2777332"/>
            <a:ext cx="23793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5" name="Google Shape;565;p44"/>
          <p:cNvSpPr/>
          <p:nvPr/>
        </p:nvSpPr>
        <p:spPr>
          <a:xfrm>
            <a:off x="5045625" y="4003963"/>
            <a:ext cx="453600" cy="4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44"/>
          <p:cNvSpPr txBox="1"/>
          <p:nvPr>
            <p:ph idx="4" type="body"/>
          </p:nvPr>
        </p:nvSpPr>
        <p:spPr>
          <a:xfrm>
            <a:off x="5697100" y="3887148"/>
            <a:ext cx="2379300" cy="6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7" name="Google Shape;567;p44"/>
          <p:cNvSpPr txBox="1"/>
          <p:nvPr>
            <p:ph idx="5" type="subTitle"/>
          </p:nvPr>
        </p:nvSpPr>
        <p:spPr>
          <a:xfrm>
            <a:off x="5114625" y="74607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8" name="Google Shape;568;p44"/>
          <p:cNvSpPr txBox="1"/>
          <p:nvPr>
            <p:ph idx="6" type="subTitle"/>
          </p:nvPr>
        </p:nvSpPr>
        <p:spPr>
          <a:xfrm>
            <a:off x="5101725" y="185530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9" name="Google Shape;569;p44"/>
          <p:cNvSpPr txBox="1"/>
          <p:nvPr>
            <p:ph idx="7" type="subTitle"/>
          </p:nvPr>
        </p:nvSpPr>
        <p:spPr>
          <a:xfrm>
            <a:off x="5114625" y="296452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 b="1" sz="1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nrope"/>
              <a:buNone/>
              <a:defRPr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70" name="Google Shape;570;p44"/>
          <p:cNvSpPr txBox="1"/>
          <p:nvPr>
            <p:ph idx="8" type="subTitle"/>
          </p:nvPr>
        </p:nvSpPr>
        <p:spPr>
          <a:xfrm>
            <a:off x="5101725" y="407375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2">
  <p:cSld name="CUSTOM_33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5"/>
          <p:cNvSpPr/>
          <p:nvPr/>
        </p:nvSpPr>
        <p:spPr>
          <a:xfrm>
            <a:off x="256800" y="1346325"/>
            <a:ext cx="8630400" cy="4469400"/>
          </a:xfrm>
          <a:prstGeom prst="roundRect">
            <a:avLst>
              <a:gd fmla="val 58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3" name="Google Shape;573;p45"/>
          <p:cNvSpPr txBox="1"/>
          <p:nvPr>
            <p:ph type="title"/>
          </p:nvPr>
        </p:nvSpPr>
        <p:spPr>
          <a:xfrm>
            <a:off x="902250" y="383275"/>
            <a:ext cx="7154100" cy="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5"/>
          <p:cNvSpPr/>
          <p:nvPr/>
        </p:nvSpPr>
        <p:spPr>
          <a:xfrm>
            <a:off x="1399175" y="2172875"/>
            <a:ext cx="2876400" cy="9390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1579462" y="23594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45"/>
          <p:cNvSpPr txBox="1"/>
          <p:nvPr>
            <p:ph idx="1" type="subTitle"/>
          </p:nvPr>
        </p:nvSpPr>
        <p:spPr>
          <a:xfrm>
            <a:off x="1691650" y="248052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7" name="Google Shape;577;p45"/>
          <p:cNvSpPr/>
          <p:nvPr/>
        </p:nvSpPr>
        <p:spPr>
          <a:xfrm>
            <a:off x="4683025" y="2172875"/>
            <a:ext cx="2876400" cy="9390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4863312" y="23594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9" name="Google Shape;579;p45"/>
          <p:cNvSpPr txBox="1"/>
          <p:nvPr>
            <p:ph idx="2" type="subTitle"/>
          </p:nvPr>
        </p:nvSpPr>
        <p:spPr>
          <a:xfrm>
            <a:off x="4975500" y="248052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0" name="Google Shape;580;p45"/>
          <p:cNvSpPr/>
          <p:nvPr/>
        </p:nvSpPr>
        <p:spPr>
          <a:xfrm>
            <a:off x="1399175" y="3472975"/>
            <a:ext cx="2876400" cy="9390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1" name="Google Shape;581;p45"/>
          <p:cNvSpPr/>
          <p:nvPr/>
        </p:nvSpPr>
        <p:spPr>
          <a:xfrm>
            <a:off x="1579462" y="36595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2" name="Google Shape;582;p45"/>
          <p:cNvSpPr txBox="1"/>
          <p:nvPr>
            <p:ph idx="3" type="subTitle"/>
          </p:nvPr>
        </p:nvSpPr>
        <p:spPr>
          <a:xfrm>
            <a:off x="1691650" y="378062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3" name="Google Shape;583;p45"/>
          <p:cNvSpPr/>
          <p:nvPr/>
        </p:nvSpPr>
        <p:spPr>
          <a:xfrm>
            <a:off x="4683025" y="3472975"/>
            <a:ext cx="2876400" cy="9390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4" name="Google Shape;584;p45"/>
          <p:cNvSpPr/>
          <p:nvPr/>
        </p:nvSpPr>
        <p:spPr>
          <a:xfrm>
            <a:off x="4863312" y="36595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45"/>
          <p:cNvSpPr txBox="1"/>
          <p:nvPr>
            <p:ph idx="4" type="subTitle"/>
          </p:nvPr>
        </p:nvSpPr>
        <p:spPr>
          <a:xfrm>
            <a:off x="4975500" y="378062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p45"/>
          <p:cNvSpPr txBox="1"/>
          <p:nvPr>
            <p:ph idx="5" type="body"/>
          </p:nvPr>
        </p:nvSpPr>
        <p:spPr>
          <a:xfrm>
            <a:off x="5559500" y="2320025"/>
            <a:ext cx="1780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87" name="Google Shape;587;p45"/>
          <p:cNvSpPr txBox="1"/>
          <p:nvPr>
            <p:ph idx="6" type="body"/>
          </p:nvPr>
        </p:nvSpPr>
        <p:spPr>
          <a:xfrm>
            <a:off x="2275650" y="2320025"/>
            <a:ext cx="1780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88" name="Google Shape;588;p45"/>
          <p:cNvSpPr txBox="1"/>
          <p:nvPr>
            <p:ph idx="7" type="body"/>
          </p:nvPr>
        </p:nvSpPr>
        <p:spPr>
          <a:xfrm>
            <a:off x="2275650" y="3620125"/>
            <a:ext cx="1780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89" name="Google Shape;589;p45"/>
          <p:cNvSpPr txBox="1"/>
          <p:nvPr>
            <p:ph idx="8" type="body"/>
          </p:nvPr>
        </p:nvSpPr>
        <p:spPr>
          <a:xfrm>
            <a:off x="5559500" y="3620125"/>
            <a:ext cx="1780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1">
  <p:cSld name="CUSTOM_34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6"/>
          <p:cNvSpPr/>
          <p:nvPr/>
        </p:nvSpPr>
        <p:spPr>
          <a:xfrm>
            <a:off x="0" y="1557100"/>
            <a:ext cx="9144000" cy="4186200"/>
          </a:xfrm>
          <a:prstGeom prst="roundRect">
            <a:avLst>
              <a:gd fmla="val 64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2" name="Google Shape;592;p46"/>
          <p:cNvSpPr/>
          <p:nvPr/>
        </p:nvSpPr>
        <p:spPr>
          <a:xfrm rot="5400000">
            <a:off x="1640275" y="2671850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3" name="Google Shape;593;p46"/>
          <p:cNvSpPr txBox="1"/>
          <p:nvPr>
            <p:ph idx="1" type="body"/>
          </p:nvPr>
        </p:nvSpPr>
        <p:spPr>
          <a:xfrm>
            <a:off x="747625" y="3397950"/>
            <a:ext cx="18396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46"/>
          <p:cNvSpPr/>
          <p:nvPr/>
        </p:nvSpPr>
        <p:spPr>
          <a:xfrm rot="5400000">
            <a:off x="4434900" y="2671850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5" name="Google Shape;595;p46"/>
          <p:cNvSpPr txBox="1"/>
          <p:nvPr>
            <p:ph idx="2" type="body"/>
          </p:nvPr>
        </p:nvSpPr>
        <p:spPr>
          <a:xfrm>
            <a:off x="3551100" y="3397950"/>
            <a:ext cx="18396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46"/>
          <p:cNvSpPr/>
          <p:nvPr/>
        </p:nvSpPr>
        <p:spPr>
          <a:xfrm rot="5400000">
            <a:off x="7449425" y="2671850"/>
            <a:ext cx="54300" cy="924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7" name="Google Shape;597;p46"/>
          <p:cNvSpPr txBox="1"/>
          <p:nvPr>
            <p:ph idx="3" type="body"/>
          </p:nvPr>
        </p:nvSpPr>
        <p:spPr>
          <a:xfrm>
            <a:off x="6565625" y="3397950"/>
            <a:ext cx="18396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46"/>
          <p:cNvSpPr txBox="1"/>
          <p:nvPr>
            <p:ph type="title"/>
          </p:nvPr>
        </p:nvSpPr>
        <p:spPr>
          <a:xfrm>
            <a:off x="363150" y="361325"/>
            <a:ext cx="8417700" cy="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6"/>
          <p:cNvSpPr txBox="1"/>
          <p:nvPr>
            <p:ph idx="4" type="subTitle"/>
          </p:nvPr>
        </p:nvSpPr>
        <p:spPr>
          <a:xfrm>
            <a:off x="1489975" y="2604650"/>
            <a:ext cx="3549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46"/>
          <p:cNvSpPr txBox="1"/>
          <p:nvPr>
            <p:ph idx="5" type="subTitle"/>
          </p:nvPr>
        </p:nvSpPr>
        <p:spPr>
          <a:xfrm>
            <a:off x="4293450" y="2604650"/>
            <a:ext cx="3549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46"/>
          <p:cNvSpPr txBox="1"/>
          <p:nvPr>
            <p:ph idx="6" type="subTitle"/>
          </p:nvPr>
        </p:nvSpPr>
        <p:spPr>
          <a:xfrm>
            <a:off x="7307975" y="2604650"/>
            <a:ext cx="3549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2">
  <p:cSld name="CUSTOM_35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7"/>
          <p:cNvSpPr/>
          <p:nvPr/>
        </p:nvSpPr>
        <p:spPr>
          <a:xfrm>
            <a:off x="7464300" y="-18325"/>
            <a:ext cx="1679700" cy="516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4950175" y="471425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5" name="Google Shape;605;p47"/>
          <p:cNvSpPr/>
          <p:nvPr/>
        </p:nvSpPr>
        <p:spPr>
          <a:xfrm>
            <a:off x="5141737" y="81162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47"/>
          <p:cNvSpPr txBox="1"/>
          <p:nvPr>
            <p:ph idx="1" type="body"/>
          </p:nvPr>
        </p:nvSpPr>
        <p:spPr>
          <a:xfrm>
            <a:off x="5932775" y="640475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07" name="Google Shape;607;p47"/>
          <p:cNvSpPr/>
          <p:nvPr/>
        </p:nvSpPr>
        <p:spPr>
          <a:xfrm>
            <a:off x="4950175" y="1952900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5141737" y="2293100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9" name="Google Shape;609;p47"/>
          <p:cNvSpPr txBox="1"/>
          <p:nvPr>
            <p:ph idx="2" type="body"/>
          </p:nvPr>
        </p:nvSpPr>
        <p:spPr>
          <a:xfrm>
            <a:off x="5932775" y="2121950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10" name="Google Shape;610;p47"/>
          <p:cNvSpPr/>
          <p:nvPr/>
        </p:nvSpPr>
        <p:spPr>
          <a:xfrm>
            <a:off x="4950175" y="3434375"/>
            <a:ext cx="3310500" cy="1246200"/>
          </a:xfrm>
          <a:prstGeom prst="roundRect">
            <a:avLst>
              <a:gd fmla="val 12094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47"/>
          <p:cNvSpPr/>
          <p:nvPr/>
        </p:nvSpPr>
        <p:spPr>
          <a:xfrm>
            <a:off x="5141737" y="3774575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47"/>
          <p:cNvSpPr txBox="1"/>
          <p:nvPr>
            <p:ph idx="3" type="body"/>
          </p:nvPr>
        </p:nvSpPr>
        <p:spPr>
          <a:xfrm>
            <a:off x="5932775" y="3603425"/>
            <a:ext cx="2101200" cy="9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13" name="Google Shape;613;p47"/>
          <p:cNvSpPr txBox="1"/>
          <p:nvPr>
            <p:ph idx="4" type="subTitle"/>
          </p:nvPr>
        </p:nvSpPr>
        <p:spPr>
          <a:xfrm>
            <a:off x="5253925" y="932675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4" name="Google Shape;614;p47"/>
          <p:cNvSpPr txBox="1"/>
          <p:nvPr>
            <p:ph idx="5" type="subTitle"/>
          </p:nvPr>
        </p:nvSpPr>
        <p:spPr>
          <a:xfrm>
            <a:off x="5253925" y="241415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5" name="Google Shape;615;p47"/>
          <p:cNvSpPr txBox="1"/>
          <p:nvPr>
            <p:ph idx="6" type="subTitle"/>
          </p:nvPr>
        </p:nvSpPr>
        <p:spPr>
          <a:xfrm>
            <a:off x="5253925" y="3905110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6" name="Google Shape;616;p47"/>
          <p:cNvSpPr txBox="1"/>
          <p:nvPr>
            <p:ph type="title"/>
          </p:nvPr>
        </p:nvSpPr>
        <p:spPr>
          <a:xfrm>
            <a:off x="491350" y="2288850"/>
            <a:ext cx="39075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1">
  <p:cSld name="CUSTOM_36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/>
          <p:nvPr/>
        </p:nvSpPr>
        <p:spPr>
          <a:xfrm>
            <a:off x="1387963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9" name="Google Shape;619;p48"/>
          <p:cNvSpPr/>
          <p:nvPr/>
        </p:nvSpPr>
        <p:spPr>
          <a:xfrm>
            <a:off x="2533825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0" name="Google Shape;620;p48"/>
          <p:cNvSpPr/>
          <p:nvPr/>
        </p:nvSpPr>
        <p:spPr>
          <a:xfrm>
            <a:off x="4898538" y="2791738"/>
            <a:ext cx="2857500" cy="9906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1" name="Google Shape;621;p48"/>
          <p:cNvSpPr/>
          <p:nvPr/>
        </p:nvSpPr>
        <p:spPr>
          <a:xfrm>
            <a:off x="6044400" y="2330513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48"/>
          <p:cNvSpPr txBox="1"/>
          <p:nvPr>
            <p:ph type="title"/>
          </p:nvPr>
        </p:nvSpPr>
        <p:spPr>
          <a:xfrm>
            <a:off x="994950" y="1056628"/>
            <a:ext cx="715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3" name="Google Shape;623;p48"/>
          <p:cNvSpPr txBox="1"/>
          <p:nvPr>
            <p:ph idx="1" type="subTitle"/>
          </p:nvPr>
        </p:nvSpPr>
        <p:spPr>
          <a:xfrm>
            <a:off x="2646013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4" name="Google Shape;624;p48"/>
          <p:cNvSpPr txBox="1"/>
          <p:nvPr>
            <p:ph idx="2" type="subTitle"/>
          </p:nvPr>
        </p:nvSpPr>
        <p:spPr>
          <a:xfrm>
            <a:off x="6156588" y="2451563"/>
            <a:ext cx="341400" cy="3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5" name="Google Shape;625;p48"/>
          <p:cNvSpPr txBox="1"/>
          <p:nvPr>
            <p:ph idx="3" type="body"/>
          </p:nvPr>
        </p:nvSpPr>
        <p:spPr>
          <a:xfrm>
            <a:off x="1541551" y="29557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26" name="Google Shape;626;p48"/>
          <p:cNvSpPr txBox="1"/>
          <p:nvPr>
            <p:ph idx="4" type="body"/>
          </p:nvPr>
        </p:nvSpPr>
        <p:spPr>
          <a:xfrm>
            <a:off x="5052126" y="2955700"/>
            <a:ext cx="25503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2">
  <p:cSld name="CUSTOM_37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9"/>
          <p:cNvSpPr txBox="1"/>
          <p:nvPr>
            <p:ph type="title"/>
          </p:nvPr>
        </p:nvSpPr>
        <p:spPr>
          <a:xfrm>
            <a:off x="2231850" y="522951"/>
            <a:ext cx="48279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9" name="Google Shape;629;p49"/>
          <p:cNvSpPr/>
          <p:nvPr/>
        </p:nvSpPr>
        <p:spPr>
          <a:xfrm>
            <a:off x="2461500" y="2176813"/>
            <a:ext cx="4221000" cy="925500"/>
          </a:xfrm>
          <a:prstGeom prst="roundRect">
            <a:avLst>
              <a:gd fmla="val 734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49"/>
          <p:cNvSpPr/>
          <p:nvPr/>
        </p:nvSpPr>
        <p:spPr>
          <a:xfrm>
            <a:off x="3161700" y="2176813"/>
            <a:ext cx="3520800" cy="9255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3313008" y="2403008"/>
            <a:ext cx="497700" cy="49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2" name="Google Shape;632;p49"/>
          <p:cNvSpPr txBox="1"/>
          <p:nvPr>
            <p:ph idx="1" type="subTitle"/>
          </p:nvPr>
        </p:nvSpPr>
        <p:spPr>
          <a:xfrm>
            <a:off x="3384400" y="2472763"/>
            <a:ext cx="3549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3" name="Google Shape;633;p49"/>
          <p:cNvSpPr/>
          <p:nvPr/>
        </p:nvSpPr>
        <p:spPr>
          <a:xfrm>
            <a:off x="2461500" y="3617888"/>
            <a:ext cx="4221000" cy="925500"/>
          </a:xfrm>
          <a:prstGeom prst="roundRect">
            <a:avLst>
              <a:gd fmla="val 734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2461500" y="3617888"/>
            <a:ext cx="3520800" cy="9255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2635258" y="3844083"/>
            <a:ext cx="497700" cy="49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6" name="Google Shape;636;p49"/>
          <p:cNvSpPr txBox="1"/>
          <p:nvPr>
            <p:ph idx="2" type="subTitle"/>
          </p:nvPr>
        </p:nvSpPr>
        <p:spPr>
          <a:xfrm>
            <a:off x="2706650" y="3913838"/>
            <a:ext cx="3549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7" name="Google Shape;637;p49"/>
          <p:cNvSpPr txBox="1"/>
          <p:nvPr>
            <p:ph idx="3" type="body"/>
          </p:nvPr>
        </p:nvSpPr>
        <p:spPr>
          <a:xfrm>
            <a:off x="4017000" y="2378413"/>
            <a:ext cx="24693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38" name="Google Shape;638;p49"/>
          <p:cNvSpPr txBox="1"/>
          <p:nvPr>
            <p:ph idx="4" type="body"/>
          </p:nvPr>
        </p:nvSpPr>
        <p:spPr>
          <a:xfrm>
            <a:off x="3339250" y="3819488"/>
            <a:ext cx="24693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1">
  <p:cSld name="CUSTOM_38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0"/>
          <p:cNvSpPr txBox="1"/>
          <p:nvPr>
            <p:ph type="title"/>
          </p:nvPr>
        </p:nvSpPr>
        <p:spPr>
          <a:xfrm>
            <a:off x="1649100" y="657388"/>
            <a:ext cx="58458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50"/>
          <p:cNvSpPr/>
          <p:nvPr/>
        </p:nvSpPr>
        <p:spPr>
          <a:xfrm>
            <a:off x="1649100" y="2299363"/>
            <a:ext cx="5845800" cy="935400"/>
          </a:xfrm>
          <a:prstGeom prst="roundRect">
            <a:avLst>
              <a:gd fmla="val 11978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1649204" y="2299363"/>
            <a:ext cx="2922900" cy="935400"/>
          </a:xfrm>
          <a:prstGeom prst="roundRect">
            <a:avLst>
              <a:gd fmla="val 11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3" name="Google Shape;643;p50"/>
          <p:cNvSpPr txBox="1"/>
          <p:nvPr>
            <p:ph idx="1" type="body"/>
          </p:nvPr>
        </p:nvSpPr>
        <p:spPr>
          <a:xfrm>
            <a:off x="1862500" y="2479663"/>
            <a:ext cx="2496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4" name="Google Shape;644;p50"/>
          <p:cNvSpPr txBox="1"/>
          <p:nvPr>
            <p:ph idx="2" type="body"/>
          </p:nvPr>
        </p:nvSpPr>
        <p:spPr>
          <a:xfrm>
            <a:off x="4779025" y="2479663"/>
            <a:ext cx="2496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2">
  <p:cSld name="CUSTOM_39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1"/>
          <p:cNvSpPr/>
          <p:nvPr/>
        </p:nvSpPr>
        <p:spPr>
          <a:xfrm>
            <a:off x="0" y="1557100"/>
            <a:ext cx="9144000" cy="4224000"/>
          </a:xfrm>
          <a:prstGeom prst="roundRect">
            <a:avLst>
              <a:gd fmla="val 64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7" name="Google Shape;647;p51"/>
          <p:cNvSpPr/>
          <p:nvPr/>
        </p:nvSpPr>
        <p:spPr>
          <a:xfrm>
            <a:off x="432100" y="2891650"/>
            <a:ext cx="4072800" cy="9174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612387" y="3082750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9" name="Google Shape;649;p51"/>
          <p:cNvSpPr txBox="1"/>
          <p:nvPr>
            <p:ph idx="1" type="body"/>
          </p:nvPr>
        </p:nvSpPr>
        <p:spPr>
          <a:xfrm>
            <a:off x="1308575" y="3082750"/>
            <a:ext cx="3053400" cy="5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50" name="Google Shape;650;p51"/>
          <p:cNvSpPr/>
          <p:nvPr/>
        </p:nvSpPr>
        <p:spPr>
          <a:xfrm>
            <a:off x="4661700" y="2891650"/>
            <a:ext cx="4072800" cy="917400"/>
          </a:xfrm>
          <a:prstGeom prst="roundRect">
            <a:avLst>
              <a:gd fmla="val 734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1" name="Google Shape;651;p51"/>
          <p:cNvSpPr/>
          <p:nvPr/>
        </p:nvSpPr>
        <p:spPr>
          <a:xfrm>
            <a:off x="4841987" y="3082750"/>
            <a:ext cx="565800" cy="565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2" name="Google Shape;652;p51"/>
          <p:cNvSpPr txBox="1"/>
          <p:nvPr>
            <p:ph idx="2" type="body"/>
          </p:nvPr>
        </p:nvSpPr>
        <p:spPr>
          <a:xfrm>
            <a:off x="5538175" y="3082750"/>
            <a:ext cx="3053400" cy="5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53" name="Google Shape;653;p51"/>
          <p:cNvSpPr txBox="1"/>
          <p:nvPr>
            <p:ph type="title"/>
          </p:nvPr>
        </p:nvSpPr>
        <p:spPr>
          <a:xfrm>
            <a:off x="382775" y="383275"/>
            <a:ext cx="84084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3">
  <p:cSld name="CUSTOM_40">
    <p:bg>
      <p:bgPr>
        <a:solidFill>
          <a:schemeClr val="accen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2"/>
          <p:cNvSpPr/>
          <p:nvPr/>
        </p:nvSpPr>
        <p:spPr>
          <a:xfrm>
            <a:off x="375500" y="0"/>
            <a:ext cx="10177500" cy="5143500"/>
          </a:xfrm>
          <a:prstGeom prst="roundRect">
            <a:avLst>
              <a:gd fmla="val 124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6" name="Google Shape;656;p52"/>
          <p:cNvSpPr/>
          <p:nvPr/>
        </p:nvSpPr>
        <p:spPr>
          <a:xfrm>
            <a:off x="1961813" y="2373675"/>
            <a:ext cx="2442600" cy="995100"/>
          </a:xfrm>
          <a:prstGeom prst="roundRect">
            <a:avLst>
              <a:gd fmla="val 11978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7" name="Google Shape;657;p52"/>
          <p:cNvSpPr txBox="1"/>
          <p:nvPr>
            <p:ph idx="1" type="body"/>
          </p:nvPr>
        </p:nvSpPr>
        <p:spPr>
          <a:xfrm>
            <a:off x="2165663" y="2516625"/>
            <a:ext cx="2034900" cy="6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58" name="Google Shape;658;p52"/>
          <p:cNvSpPr/>
          <p:nvPr/>
        </p:nvSpPr>
        <p:spPr>
          <a:xfrm>
            <a:off x="936400" y="2373675"/>
            <a:ext cx="1025400" cy="995100"/>
          </a:xfrm>
          <a:prstGeom prst="roundRect">
            <a:avLst>
              <a:gd fmla="val 1209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9" name="Google Shape;659;p52"/>
          <p:cNvSpPr/>
          <p:nvPr/>
        </p:nvSpPr>
        <p:spPr>
          <a:xfrm>
            <a:off x="1154938" y="2636650"/>
            <a:ext cx="588324" cy="469158"/>
          </a:xfrm>
          <a:custGeom>
            <a:rect b="b" l="l" r="r" t="t"/>
            <a:pathLst>
              <a:path extrusionOk="0" h="29059" w="36440">
                <a:moveTo>
                  <a:pt x="30766" y="0"/>
                </a:moveTo>
                <a:lnTo>
                  <a:pt x="13056" y="17710"/>
                </a:lnTo>
                <a:lnTo>
                  <a:pt x="5675" y="10328"/>
                </a:lnTo>
                <a:lnTo>
                  <a:pt x="0" y="16002"/>
                </a:lnTo>
                <a:lnTo>
                  <a:pt x="13056" y="29058"/>
                </a:lnTo>
                <a:lnTo>
                  <a:pt x="36440" y="5675"/>
                </a:lnTo>
                <a:lnTo>
                  <a:pt x="3076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2"/>
          <p:cNvSpPr/>
          <p:nvPr/>
        </p:nvSpPr>
        <p:spPr>
          <a:xfrm>
            <a:off x="4739588" y="2373675"/>
            <a:ext cx="1025400" cy="995100"/>
          </a:xfrm>
          <a:prstGeom prst="roundRect">
            <a:avLst>
              <a:gd fmla="val 1209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1" name="Google Shape;661;p52"/>
          <p:cNvSpPr/>
          <p:nvPr/>
        </p:nvSpPr>
        <p:spPr>
          <a:xfrm>
            <a:off x="4949312" y="2576963"/>
            <a:ext cx="588285" cy="588518"/>
          </a:xfrm>
          <a:custGeom>
            <a:rect b="b" l="l" r="r" t="t"/>
            <a:pathLst>
              <a:path extrusionOk="0" h="40441" w="40425">
                <a:moveTo>
                  <a:pt x="8705" y="0"/>
                </a:moveTo>
                <a:lnTo>
                  <a:pt x="1" y="8705"/>
                </a:lnTo>
                <a:lnTo>
                  <a:pt x="11517" y="20221"/>
                </a:lnTo>
                <a:lnTo>
                  <a:pt x="1" y="31720"/>
                </a:lnTo>
                <a:lnTo>
                  <a:pt x="8705" y="40441"/>
                </a:lnTo>
                <a:lnTo>
                  <a:pt x="20221" y="28925"/>
                </a:lnTo>
                <a:lnTo>
                  <a:pt x="31720" y="40441"/>
                </a:lnTo>
                <a:lnTo>
                  <a:pt x="40424" y="31720"/>
                </a:lnTo>
                <a:lnTo>
                  <a:pt x="28925" y="20221"/>
                </a:lnTo>
                <a:lnTo>
                  <a:pt x="40424" y="8705"/>
                </a:lnTo>
                <a:lnTo>
                  <a:pt x="31720" y="0"/>
                </a:lnTo>
                <a:lnTo>
                  <a:pt x="20221" y="11517"/>
                </a:lnTo>
                <a:lnTo>
                  <a:pt x="87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2"/>
          <p:cNvSpPr/>
          <p:nvPr/>
        </p:nvSpPr>
        <p:spPr>
          <a:xfrm>
            <a:off x="5764988" y="2373675"/>
            <a:ext cx="2442600" cy="995100"/>
          </a:xfrm>
          <a:prstGeom prst="roundRect">
            <a:avLst>
              <a:gd fmla="val 11978" name="adj"/>
            </a:avLst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3" name="Google Shape;663;p52"/>
          <p:cNvSpPr txBox="1"/>
          <p:nvPr>
            <p:ph idx="2" type="body"/>
          </p:nvPr>
        </p:nvSpPr>
        <p:spPr>
          <a:xfrm>
            <a:off x="5968838" y="2516625"/>
            <a:ext cx="2034900" cy="6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64" name="Google Shape;664;p52"/>
          <p:cNvSpPr txBox="1"/>
          <p:nvPr>
            <p:ph type="title"/>
          </p:nvPr>
        </p:nvSpPr>
        <p:spPr>
          <a:xfrm>
            <a:off x="1638150" y="738850"/>
            <a:ext cx="5867700" cy="11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 ExtraBold"/>
              <a:buNone/>
              <a:defRPr sz="20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●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○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■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●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○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■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●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○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Figtree"/>
              <a:buChar char="■"/>
              <a:defRPr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26" y="-30150"/>
            <a:ext cx="3289200" cy="5174700"/>
          </a:xfrm>
          <a:prstGeom prst="round1Rect">
            <a:avLst>
              <a:gd fmla="val 16667" name="adj"/>
            </a:avLst>
          </a:prstGeom>
        </p:spPr>
      </p:pic>
      <p:sp>
        <p:nvSpPr>
          <p:cNvPr id="670" name="Google Shape;670;p53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Slide: Methods for Estimating Project Time and Cost</a:t>
            </a:r>
            <a:endParaRPr/>
          </a:p>
        </p:txBody>
      </p:sp>
      <p:sp>
        <p:nvSpPr>
          <p:cNvPr id="671" name="Google Shape;671;p53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presentation covers various methods for estimating project time and cost, essential for effective project management.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Accuracy in </a:t>
            </a:r>
            <a:r>
              <a:rPr b="1" lang="en-GB"/>
              <a:t>estimation</a:t>
            </a:r>
            <a:r>
              <a:rPr lang="en-GB"/>
              <a:t> leads to better project </a:t>
            </a:r>
            <a:r>
              <a:rPr b="1" lang="en-GB"/>
              <a:t>planning</a:t>
            </a:r>
            <a:r>
              <a:rPr lang="en-GB"/>
              <a:t> and </a:t>
            </a:r>
            <a:r>
              <a:rPr b="1" lang="en-GB"/>
              <a:t>execution</a:t>
            </a:r>
            <a:r>
              <a:rPr lang="en-GB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Estimating</a:t>
            </a:r>
            <a:r>
              <a:rPr lang="en-GB"/>
              <a:t> is a critical skill for </a:t>
            </a:r>
            <a:r>
              <a:rPr b="1" lang="en-GB"/>
              <a:t>project managers</a:t>
            </a:r>
            <a:r>
              <a:rPr lang="en-GB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The presentation aligns with Section 5.4 of </a:t>
            </a:r>
            <a:r>
              <a:rPr b="1" lang="en-GB"/>
              <a:t>Larson &amp; Gray 8th Edition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5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942488"/>
            <a:ext cx="4305900" cy="3229500"/>
          </a:xfrm>
          <a:prstGeom prst="round1Rect">
            <a:avLst>
              <a:gd fmla="val 16667" name="adj"/>
            </a:avLst>
          </a:prstGeom>
        </p:spPr>
      </p:pic>
      <p:sp>
        <p:nvSpPr>
          <p:cNvPr id="677" name="Google Shape;677;p54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of Estimating</a:t>
            </a:r>
            <a:endParaRPr/>
          </a:p>
        </p:txBody>
      </p:sp>
      <p:sp>
        <p:nvSpPr>
          <p:cNvPr id="678" name="Google Shape;678;p54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time and cost is crucial for successful project outcomes.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Project Planning:</a:t>
            </a:r>
            <a:r>
              <a:rPr lang="en-GB"/>
              <a:t> Forms the basis for </a:t>
            </a:r>
            <a:r>
              <a:rPr b="1" lang="en-GB"/>
              <a:t>project schedules</a:t>
            </a:r>
            <a:r>
              <a:rPr lang="en-GB"/>
              <a:t> and </a:t>
            </a:r>
            <a:r>
              <a:rPr b="1" lang="en-GB"/>
              <a:t>resource allocation</a:t>
            </a:r>
            <a:r>
              <a:rPr lang="en-GB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Scheduling:</a:t>
            </a:r>
            <a:r>
              <a:rPr lang="en-GB"/>
              <a:t> Enables realistic </a:t>
            </a:r>
            <a:r>
              <a:rPr b="1" lang="en-GB"/>
              <a:t>timelines</a:t>
            </a:r>
            <a:r>
              <a:rPr lang="en-GB"/>
              <a:t> and </a:t>
            </a:r>
            <a:r>
              <a:rPr b="1" lang="en-GB"/>
              <a:t>milestone</a:t>
            </a:r>
            <a:r>
              <a:rPr lang="en-GB"/>
              <a:t> setting.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Budgeting:</a:t>
            </a:r>
            <a:r>
              <a:rPr lang="en-GB"/>
              <a:t> Provides a </a:t>
            </a:r>
            <a:r>
              <a:rPr b="1" lang="en-GB"/>
              <a:t>financial framework</a:t>
            </a:r>
            <a:r>
              <a:rPr lang="en-GB"/>
              <a:t> for project execution.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Decision-Making:</a:t>
            </a:r>
            <a:r>
              <a:rPr lang="en-GB"/>
              <a:t> Supports informed decisions on </a:t>
            </a:r>
            <a:r>
              <a:rPr b="1" lang="en-GB"/>
              <a:t>project feasibility</a:t>
            </a:r>
            <a:r>
              <a:rPr lang="en-GB"/>
              <a:t> and </a:t>
            </a:r>
            <a:r>
              <a:rPr b="1" lang="en-GB"/>
              <a:t>scope</a:t>
            </a:r>
            <a:r>
              <a:rPr lang="en-GB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Feasibility Studies:</a:t>
            </a:r>
            <a:r>
              <a:rPr lang="en-GB"/>
              <a:t> Assesses </a:t>
            </a:r>
            <a:r>
              <a:rPr b="1" lang="en-GB"/>
              <a:t>project viability</a:t>
            </a:r>
            <a:r>
              <a:rPr lang="en-GB"/>
              <a:t> before initiation.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Performance Evaluation:</a:t>
            </a:r>
            <a:r>
              <a:rPr lang="en-GB"/>
              <a:t> Sets </a:t>
            </a:r>
            <a:r>
              <a:rPr b="1" lang="en-GB"/>
              <a:t>benchmarks</a:t>
            </a:r>
            <a:r>
              <a:rPr lang="en-GB"/>
              <a:t> for monitoring project progress and efficiency.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5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428471"/>
            <a:ext cx="4305900" cy="4257600"/>
          </a:xfrm>
          <a:prstGeom prst="round1Rect">
            <a:avLst>
              <a:gd fmla="val 16667" name="adj"/>
            </a:avLst>
          </a:prstGeom>
        </p:spPr>
      </p:pic>
      <p:sp>
        <p:nvSpPr>
          <p:cNvPr id="684" name="Google Shape;684;p55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 Influencing the Quality of Estimates</a:t>
            </a:r>
            <a:endParaRPr/>
          </a:p>
        </p:txBody>
      </p:sp>
      <p:sp>
        <p:nvSpPr>
          <p:cNvPr id="685" name="Google Shape;685;p55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Several factors can impact the accuracy of project estimates: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Planning Horizon:</a:t>
            </a:r>
            <a:r>
              <a:rPr lang="en-GB"/>
              <a:t> Estimates become less accurate as the </a:t>
            </a:r>
            <a:r>
              <a:rPr b="1" lang="en-GB"/>
              <a:t>project timeline</a:t>
            </a:r>
            <a:r>
              <a:rPr lang="en-GB"/>
              <a:t> extends.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Project Complexity:</a:t>
            </a:r>
            <a:r>
              <a:rPr lang="en-GB"/>
              <a:t> More complex projects are inherently harder to estimate.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People:</a:t>
            </a:r>
            <a:r>
              <a:rPr lang="en-GB"/>
              <a:t> Skill, experience, and bias of </a:t>
            </a:r>
            <a:r>
              <a:rPr b="1" lang="en-GB"/>
              <a:t>estimators</a:t>
            </a:r>
            <a:r>
              <a:rPr lang="en-GB"/>
              <a:t> affect accuracy.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Organization Culture:</a:t>
            </a:r>
            <a:r>
              <a:rPr lang="en-GB"/>
              <a:t> Cultural norms around estimation can introduce bias (e.g., padding).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Paddings and Risks:</a:t>
            </a:r>
            <a:r>
              <a:rPr lang="en-GB"/>
              <a:t> Unaccounted risks and deliberate padding inflate estimates.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External Factors:</a:t>
            </a:r>
            <a:r>
              <a:rPr lang="en-GB"/>
              <a:t> </a:t>
            </a:r>
            <a:r>
              <a:rPr b="1" lang="en-GB"/>
              <a:t>Market conditions</a:t>
            </a:r>
            <a:r>
              <a:rPr lang="en-GB"/>
              <a:t>, regulations, and economic factors.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6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Guidelines for Time, Cost, and Resources</a:t>
            </a:r>
            <a:endParaRPr/>
          </a:p>
        </p:txBody>
      </p:sp>
      <p:sp>
        <p:nvSpPr>
          <p:cNvPr id="691" name="Google Shape;691;p56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develop reliable estimates, follow these guidelines: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Define Work Clearly:</a:t>
            </a:r>
            <a:r>
              <a:rPr lang="en-GB"/>
              <a:t> Ensure a clear understanding of project scope and deliverables.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Use Consistent Methods:</a:t>
            </a:r>
            <a:r>
              <a:rPr lang="en-GB"/>
              <a:t> Apply standardized estimation techniques across the project.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Involve Experts:</a:t>
            </a:r>
            <a:r>
              <a:rPr lang="en-GB"/>
              <a:t> Consult with subject matter experts for specialized tasks.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Document Assumptions:</a:t>
            </a:r>
            <a:r>
              <a:rPr lang="en-GB"/>
              <a:t> Clearly state all assumptions underlying the estimates.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Refine Estimates Over Time:</a:t>
            </a:r>
            <a:r>
              <a:rPr lang="en-GB"/>
              <a:t> Update estimates as more information becomes available.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Use historical data:</a:t>
            </a:r>
            <a:r>
              <a:rPr lang="en-GB"/>
              <a:t> Leverage past project data as a benchmark to get a precise estimation.</a:t>
            </a:r>
            <a:endParaRPr/>
          </a:p>
        </p:txBody>
      </p:sp>
      <p:pic>
        <p:nvPicPr>
          <p:cNvPr id="692" name="Google Shape;692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7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Classification: Top-Down vs. Bottom-Up</a:t>
            </a:r>
            <a:endParaRPr/>
          </a:p>
        </p:txBody>
      </p:sp>
      <p:sp>
        <p:nvSpPr>
          <p:cNvPr id="698" name="Google Shape;698;p57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primary approaches to project estimation exist: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Top-Down Estimating: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Uses overall project parameters to derive estimates for individual tasks.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Suitable for early project phases with limited detail.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Example: Estimating total project cost based on similar past projects.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Bottom-Up Estimating: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Estimates individual task costs and aggregates them to determine total project cost.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More accurate but requires detailed project planning.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Example: Estimating the cost of each work package in the WBS and summing them up.</a:t>
            </a:r>
            <a:endParaRPr/>
          </a:p>
        </p:txBody>
      </p:sp>
      <p:pic>
        <p:nvPicPr>
          <p:cNvPr id="699" name="Google Shape;699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8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Top-Down Estimating Approaches</a:t>
            </a:r>
            <a:endParaRPr/>
          </a:p>
        </p:txBody>
      </p:sp>
      <p:sp>
        <p:nvSpPr>
          <p:cNvPr id="705" name="Google Shape;705;p58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Top-down methods are useful when detailed information is scarce: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Consensus:</a:t>
            </a:r>
            <a:r>
              <a:rPr lang="en-GB"/>
              <a:t> Expert opinions are combined to reach an agreement.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Ratio:</a:t>
            </a:r>
            <a:r>
              <a:rPr lang="en-GB"/>
              <a:t> Uses historical ratios to estimate current project costs.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Apportion:</a:t>
            </a:r>
            <a:r>
              <a:rPr lang="en-GB"/>
              <a:t> Allocates a percentage of the total budget to various project phases.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Function Point:</a:t>
            </a:r>
            <a:r>
              <a:rPr lang="en-GB"/>
              <a:t> Estimates software development effort based on system features.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Learning Curves:</a:t>
            </a:r>
            <a:r>
              <a:rPr lang="en-GB"/>
              <a:t> Accounts for efficiency gains as team members become more proficient.</a:t>
            </a:r>
            <a:endParaRPr/>
          </a:p>
        </p:txBody>
      </p:sp>
      <p:pic>
        <p:nvPicPr>
          <p:cNvPr id="706" name="Google Shape;706;p5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725" y="1822945"/>
            <a:ext cx="3867900" cy="2023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9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Bottom-Up Estimating Approach</a:t>
            </a:r>
            <a:endParaRPr/>
          </a:p>
        </p:txBody>
      </p:sp>
      <p:sp>
        <p:nvSpPr>
          <p:cNvPr id="712" name="Google Shape;712;p59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Bottom-up estimating involves detailed analysis at the work package level: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Process: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Decompose the project into work packages using a </a:t>
            </a:r>
            <a:r>
              <a:rPr b="1" lang="en-GB"/>
              <a:t>Work Breakdown Structure (WBS)</a:t>
            </a:r>
            <a:r>
              <a:rPr lang="en-GB"/>
              <a:t>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Estimate the time, cost, and resources required for each work package.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Aggregate the individual estimates to determine the total project estimate.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Accuracy:</a:t>
            </a:r>
            <a:r>
              <a:rPr lang="en-GB"/>
              <a:t> High accuracy due to detailed analysis.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Effort:</a:t>
            </a:r>
            <a:r>
              <a:rPr lang="en-GB"/>
              <a:t> More time-consuming and resource-intensive than top-down methods.</a:t>
            </a:r>
            <a:endParaRPr/>
          </a:p>
        </p:txBody>
      </p:sp>
      <p:pic>
        <p:nvPicPr>
          <p:cNvPr id="713" name="Google Shape;713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0"/>
          <p:cNvSpPr txBox="1"/>
          <p:nvPr>
            <p:ph type="ctrTitle"/>
          </p:nvPr>
        </p:nvSpPr>
        <p:spPr>
          <a:xfrm>
            <a:off x="417600" y="296625"/>
            <a:ext cx="7005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Top-Down vs Bottom-Up Approaches</a:t>
            </a:r>
            <a:endParaRPr/>
          </a:p>
        </p:txBody>
      </p:sp>
      <p:graphicFrame>
        <p:nvGraphicFramePr>
          <p:cNvPr id="719" name="Google Shape;719;p6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{2439F31C-AC0E-40E4-8CEA-D6F7DA46470E}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Feature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Top-Down Estimating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Bottom-Up Estimating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Accuracy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Lower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Higher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Effort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Less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More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Phase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Early stages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Later stages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Input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High-level project data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Detailed WBS data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</a:rPr>
                        <a:t>Output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Overall project estimate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Detailed task-level estimates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1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Consensus Methods</a:t>
            </a:r>
            <a:endParaRPr/>
          </a:p>
        </p:txBody>
      </p:sp>
      <p:sp>
        <p:nvSpPr>
          <p:cNvPr id="725" name="Google Shape;725;p61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Consensus methods rely on team expertise: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Description:</a:t>
            </a:r>
            <a:r>
              <a:rPr lang="en-GB"/>
              <a:t> A team of experts collaborates to arrive at an estimate based on their collective knowledge and experience.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Application:</a:t>
            </a:r>
            <a:r>
              <a:rPr lang="en-GB"/>
              <a:t> Useful when limited data is available or when project scope is not well-defined.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Process:</a:t>
            </a:r>
            <a:r>
              <a:rPr lang="en-GB"/>
              <a:t> The team discusses the project requirements and potential challenges, then collectively agrees on an estimate.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Benefit:</a:t>
            </a:r>
            <a:r>
              <a:rPr lang="en-GB"/>
              <a:t> Leverages diverse perspectives and promotes buy-in from team members.</a:t>
            </a:r>
            <a:endParaRPr/>
          </a:p>
        </p:txBody>
      </p:sp>
      <p:pic>
        <p:nvPicPr>
          <p:cNvPr id="726" name="Google Shape;726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2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Delphi Method (Part of Consensus Methods)</a:t>
            </a:r>
            <a:endParaRPr/>
          </a:p>
        </p:txBody>
      </p:sp>
      <p:sp>
        <p:nvSpPr>
          <p:cNvPr id="732" name="Google Shape;732;p62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Delphi method is a structured approach to consensus building: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Description:</a:t>
            </a:r>
            <a:r>
              <a:rPr lang="en-GB"/>
              <a:t> A panel of experts provides anonymous estimates, which are then shared and refined in multiple rounds.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Process: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Experts provide initial estimates anonymously.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Estimates are compiled and summarized.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Experts review the summary and revise their estimates.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Repeat steps 2 and 3 until estimates converge.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Benefits:</a:t>
            </a:r>
            <a:r>
              <a:rPr lang="en-GB"/>
              <a:t> Reduces bias and promotes objective decision-making.</a:t>
            </a:r>
            <a:endParaRPr/>
          </a:p>
        </p:txBody>
      </p:sp>
      <p:pic>
        <p:nvPicPr>
          <p:cNvPr id="733" name="Google Shape;733;p6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725" y="900600"/>
            <a:ext cx="3867900" cy="38679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(Analogous) Methods</a:t>
            </a:r>
            <a:endParaRPr/>
          </a:p>
        </p:txBody>
      </p:sp>
      <p:sp>
        <p:nvSpPr>
          <p:cNvPr id="739" name="Google Shape;739;p63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methods use historical data from similar projects: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Definition:</a:t>
            </a:r>
            <a:r>
              <a:rPr lang="en-GB"/>
              <a:t> Estimates are based on ratios or parameters derived from past projects.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Example:</a:t>
            </a:r>
            <a:r>
              <a:rPr lang="en-GB"/>
              <a:t> If a similar project cost $100,000 and took 6 months, the current project might be estimated using these figures as a benchmark.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Effectiveness:</a:t>
            </a:r>
            <a:r>
              <a:rPr lang="en-GB"/>
              <a:t> Most effective when projects are similar in scope, complexity, and resources.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Limitations:</a:t>
            </a:r>
            <a:r>
              <a:rPr lang="en-GB"/>
              <a:t> Accuracy depends on the quality and relevance of historical data.</a:t>
            </a:r>
            <a:endParaRPr/>
          </a:p>
        </p:txBody>
      </p:sp>
      <p:pic>
        <p:nvPicPr>
          <p:cNvPr id="740" name="Google Shape;740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6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15" y="-30150"/>
            <a:ext cx="3672300" cy="5174700"/>
          </a:xfrm>
          <a:prstGeom prst="round1Rect">
            <a:avLst>
              <a:gd fmla="val 16667" name="adj"/>
            </a:avLst>
          </a:prstGeom>
        </p:spPr>
      </p:pic>
      <p:sp>
        <p:nvSpPr>
          <p:cNvPr id="746" name="Google Shape;746;p64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Apportion Method</a:t>
            </a:r>
            <a:endParaRPr/>
          </a:p>
        </p:txBody>
      </p:sp>
      <p:sp>
        <p:nvSpPr>
          <p:cNvPr id="747" name="Google Shape;747;p64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apportion method allocates costs based on historical percentages: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Description:</a:t>
            </a:r>
            <a:r>
              <a:rPr lang="en-GB"/>
              <a:t> The total project cost is divided among deliverables or phases based on predetermined percentages from previous projects.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Example</a:t>
            </a:r>
            <a:r>
              <a:rPr lang="en-GB"/>
              <a:t>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Phase A: 20%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Phase B: 30%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Phase C: 50%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Application:</a:t>
            </a:r>
            <a:r>
              <a:rPr lang="en-GB"/>
              <a:t> Useful when historical data provides a reliable breakdown of cost distribution.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5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Point and Parametric Methods</a:t>
            </a:r>
            <a:endParaRPr/>
          </a:p>
        </p:txBody>
      </p:sp>
      <p:sp>
        <p:nvSpPr>
          <p:cNvPr id="753" name="Google Shape;753;p65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Point Analysis and Parametric Estimating: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Function Point (FP) Method</a:t>
            </a:r>
            <a:r>
              <a:rPr lang="en-GB"/>
              <a:t>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Estimates software development effort based on the functionality provided by the software.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Functionality is measured in terms of user inputs, outputs, inquiries, files, and interfaces.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Parametric Estimating</a:t>
            </a:r>
            <a:r>
              <a:rPr lang="en-GB"/>
              <a:t>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Uses statistical relationships between project parameters and costs.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Examples: Cost per line of code (SLOC), cost per square foot of construction.</a:t>
            </a:r>
            <a:endParaRPr/>
          </a:p>
        </p:txBody>
      </p:sp>
      <p:pic>
        <p:nvPicPr>
          <p:cNvPr id="754" name="Google Shape;754;p6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725" y="1760133"/>
            <a:ext cx="3867900" cy="21489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833046"/>
            <a:ext cx="4305900" cy="3448200"/>
          </a:xfrm>
          <a:prstGeom prst="round1Rect">
            <a:avLst>
              <a:gd fmla="val 16667" name="adj"/>
            </a:avLst>
          </a:prstGeom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Curves in Estimating</a:t>
            </a:r>
            <a:endParaRPr/>
          </a:p>
        </p:txBody>
      </p:sp>
      <p:sp>
        <p:nvSpPr>
          <p:cNvPr id="761" name="Google Shape;761;p66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learning curve effect accounts for improved efficiency: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Description:</a:t>
            </a:r>
            <a:r>
              <a:rPr lang="en-GB"/>
              <a:t> As tasks are repeated, efficiency increases due to learning and experience.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Formula:</a:t>
            </a:r>
            <a:r>
              <a:rPr lang="en-GB"/>
              <a:t> Y = aX^b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Y = time to complete the Xth unit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a = time to complete the first unit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X = number of units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b = learning curve exponent (log learning percentage/log 2)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Example:</a:t>
            </a:r>
            <a:r>
              <a:rPr lang="en-GB"/>
              <a:t> An 80% learning curve means that the time to complete the next unit is 80% of the time to complete the previous unit.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404250"/>
            <a:ext cx="4305900" cy="4305900"/>
          </a:xfrm>
          <a:prstGeom prst="round1Rect">
            <a:avLst>
              <a:gd fmla="val 16667" name="adj"/>
            </a:avLst>
          </a:prstGeom>
        </p:spPr>
      </p:pic>
      <p:sp>
        <p:nvSpPr>
          <p:cNvPr id="767" name="Google Shape;767;p67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Estimating (Three-Point or PERT Method)</a:t>
            </a:r>
            <a:endParaRPr/>
          </a:p>
        </p:txBody>
      </p:sp>
      <p:sp>
        <p:nvSpPr>
          <p:cNvPr id="768" name="Google Shape;768;p67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estimating manages uncertainty: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Description:</a:t>
            </a:r>
            <a:r>
              <a:rPr lang="en-GB"/>
              <a:t> Uses optimistic, pessimistic, and most likely estimates to determine the expected time or cost.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Formula:</a:t>
            </a:r>
            <a:r>
              <a:rPr lang="en-GB"/>
              <a:t> TE = (O + 4M + P)/6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TE = Expected Time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O = Optimistic Estimate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M = Most Likely Estimate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 = Pessimistic Estimate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Application:</a:t>
            </a:r>
            <a:r>
              <a:rPr lang="en-GB"/>
              <a:t> Helps account for uncertainty and variability in project estimates.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-19850" y="-30150"/>
            <a:ext cx="4305900" cy="5174700"/>
          </a:xfrm>
          <a:prstGeom prst="round1Rect">
            <a:avLst>
              <a:gd fmla="val 16667" name="adj"/>
            </a:avLst>
          </a:prstGeom>
        </p:spPr>
      </p:pic>
      <p:sp>
        <p:nvSpPr>
          <p:cNvPr id="774" name="Google Shape;774;p68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Template, Parametric, and Simulation-Based Estimation</a:t>
            </a:r>
            <a:endParaRPr/>
          </a:p>
        </p:txBody>
      </p:sp>
      <p:sp>
        <p:nvSpPr>
          <p:cNvPr id="775" name="Google Shape;775;p68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estimation techniques: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Template-Based Estimation:</a:t>
            </a:r>
            <a:r>
              <a:rPr lang="en-GB"/>
              <a:t> Utilizes pre-defined templates from similar past projects.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Parametric Modeling:</a:t>
            </a:r>
            <a:r>
              <a:rPr lang="en-GB"/>
              <a:t> Employs statistical models to predict costs based on project parameters.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Simulation (Monte Carlo):</a:t>
            </a:r>
            <a:r>
              <a:rPr lang="en-GB"/>
              <a:t> Uses computer simulations to model project outcomes under various scenarios, accounting for uncertainty and risk.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ctrTitle"/>
          </p:nvPr>
        </p:nvSpPr>
        <p:spPr>
          <a:xfrm>
            <a:off x="319100" y="36315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Developing the Project Time and Cost Database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19100" y="104355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 historical database for future improvements: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Importance:</a:t>
            </a:r>
            <a:r>
              <a:rPr lang="en-GB"/>
              <a:t> Collecting and maintaining historical data from past projects is crucial for improving future estimates.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Components: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Actual time and cost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Project characteristics (size, complexity, technology)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Lessons learned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Estimation methods used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Benefits:</a:t>
            </a:r>
            <a:r>
              <a:rPr lang="en-GB"/>
              <a:t> Provides benchmarks for estimating, identifies trends, and improves accuracy.</a:t>
            </a:r>
            <a:endParaRPr/>
          </a:p>
        </p:txBody>
      </p:sp>
      <p:pic>
        <p:nvPicPr>
          <p:cNvPr id="782" name="Google Shape;782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5098725" y="510450"/>
            <a:ext cx="3867900" cy="4648200"/>
          </a:xfrm>
          <a:prstGeom prst="round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7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461662"/>
            <a:ext cx="4305900" cy="4191000"/>
          </a:xfrm>
          <a:prstGeom prst="round1Rect">
            <a:avLst>
              <a:gd fmla="val 16667" name="adj"/>
            </a:avLst>
          </a:prstGeom>
        </p:spPr>
      </p:pic>
      <p:sp>
        <p:nvSpPr>
          <p:cNvPr id="788" name="Google Shape;788;p70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Adjusting Estimates: Contingency and Risk</a:t>
            </a:r>
            <a:endParaRPr/>
          </a:p>
        </p:txBody>
      </p:sp>
      <p:sp>
        <p:nvSpPr>
          <p:cNvPr id="789" name="Google Shape;789;p70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Accounting for uncertainty: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Contingency Reserves:</a:t>
            </a:r>
            <a:r>
              <a:rPr lang="en-GB"/>
              <a:t> Added to estimates to cover known and unknown risks.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Known Risks:</a:t>
            </a:r>
            <a:r>
              <a:rPr lang="en-GB"/>
              <a:t> Identified risks with a defined probability and impact.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Unknown Risks:</a:t>
            </a:r>
            <a:r>
              <a:rPr lang="en-GB"/>
              <a:t> Unforeseen events that may impact the project.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Risk Management:</a:t>
            </a:r>
            <a:r>
              <a:rPr lang="en-GB"/>
              <a:t> Incorporate risk assessment and mitigation strategies into the estimating process.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71" l="0" r="0" t="3261"/>
          <a:stretch/>
        </p:blipFill>
        <p:spPr>
          <a:xfrm>
            <a:off x="-19850" y="-30150"/>
            <a:ext cx="4305900" cy="5174700"/>
          </a:xfrm>
          <a:prstGeom prst="round1Rect">
            <a:avLst>
              <a:gd fmla="val 16667" name="adj"/>
            </a:avLst>
          </a:prstGeom>
        </p:spPr>
      </p:pic>
      <p:sp>
        <p:nvSpPr>
          <p:cNvPr id="795" name="Google Shape;795;p71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Hybrid and Iterative Estimation Approaches</a:t>
            </a:r>
            <a:endParaRPr/>
          </a:p>
        </p:txBody>
      </p:sp>
      <p:sp>
        <p:nvSpPr>
          <p:cNvPr id="796" name="Google Shape;796;p71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Combining top-down and bottom-up methods: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Hybrid Approach:</a:t>
            </a:r>
            <a:r>
              <a:rPr lang="en-GB"/>
              <a:t> Combines top-down and bottom-up techniques to leverage their respective strengths.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Iterative Estimation:</a:t>
            </a:r>
            <a:r>
              <a:rPr lang="en-GB"/>
              <a:t> Estimates are continuously refined throughout the project lifecycle as more information becomes available.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Agile and Rolling Wave Planning:</a:t>
            </a:r>
            <a:r>
              <a:rPr lang="en-GB"/>
              <a:t> Adaptive methodologies that use short iterations and frequent re-estimation.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7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850" y="973954"/>
            <a:ext cx="4305900" cy="3166500"/>
          </a:xfrm>
          <a:prstGeom prst="round1Rect">
            <a:avLst>
              <a:gd fmla="val 16667" name="adj"/>
            </a:avLst>
          </a:prstGeom>
        </p:spPr>
      </p:pic>
      <p:sp>
        <p:nvSpPr>
          <p:cNvPr id="802" name="Google Shape;802;p72"/>
          <p:cNvSpPr txBox="1"/>
          <p:nvPr>
            <p:ph type="ctrTitle"/>
          </p:nvPr>
        </p:nvSpPr>
        <p:spPr>
          <a:xfrm>
            <a:off x="4600800" y="363600"/>
            <a:ext cx="42012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 and Best Practices</a:t>
            </a:r>
            <a:endParaRPr/>
          </a:p>
        </p:txBody>
      </p:sp>
      <p:sp>
        <p:nvSpPr>
          <p:cNvPr id="803" name="Google Shape;803;p72"/>
          <p:cNvSpPr txBox="1"/>
          <p:nvPr>
            <p:ph idx="1" type="body"/>
          </p:nvPr>
        </p:nvSpPr>
        <p:spPr>
          <a:xfrm>
            <a:off x="4600800" y="1044000"/>
            <a:ext cx="42012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takeaways and best practices: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Method Selection</a:t>
            </a:r>
            <a:r>
              <a:rPr lang="en-GB"/>
              <a:t>: Choose estimation methods based on project phase, data availability, and project complexity.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Balance Accuracy vs. Effort</a:t>
            </a:r>
            <a:r>
              <a:rPr lang="en-GB"/>
              <a:t>: Strive for the right level of accuracy without excessive effort.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Update Estimates</a:t>
            </a:r>
            <a:r>
              <a:rPr lang="en-GB"/>
              <a:t>: Continuously refine estimates as the project progresses and new information emerges.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Document Everything</a:t>
            </a:r>
            <a:r>
              <a:rPr lang="en-GB"/>
              <a:t>: Record all assumptions, methods, and data used in the estimating process.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3"/>
          <p:cNvSpPr txBox="1"/>
          <p:nvPr>
            <p:ph type="ctrTitle"/>
          </p:nvPr>
        </p:nvSpPr>
        <p:spPr>
          <a:xfrm>
            <a:off x="327600" y="268350"/>
            <a:ext cx="7609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809" name="Google Shape;809;p73"/>
          <p:cNvSpPr txBox="1"/>
          <p:nvPr>
            <p:ph idx="1" type="body"/>
          </p:nvPr>
        </p:nvSpPr>
        <p:spPr>
          <a:xfrm>
            <a:off x="327600" y="1686025"/>
            <a:ext cx="7609500" cy="29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Larson, E. W., &amp; Gray, C. F. (2018). </a:t>
            </a:r>
            <a:r>
              <a:rPr i="1" lang="en-GB"/>
              <a:t>Project Management: The Managerial Process</a:t>
            </a:r>
            <a:r>
              <a:rPr lang="en-GB"/>
              <a:t> (8th ed.). McGraw-Hill Education.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Project Management Institute. (2017). </a:t>
            </a:r>
            <a:r>
              <a:rPr i="1" lang="en-GB"/>
              <a:t>A Guide to the Project Management Body of Knowledge (PMBOK® Guide)</a:t>
            </a:r>
            <a:r>
              <a:rPr lang="en-GB"/>
              <a:t> (6th ed.). Project Management Institute.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gtree Fusion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EEEEE"/>
      </a:lt2>
      <a:accent1>
        <a:srgbClr val="7F6CFC"/>
      </a:accent1>
      <a:accent2>
        <a:srgbClr val="1EDFCB"/>
      </a:accent2>
      <a:accent3>
        <a:srgbClr val="117DFF"/>
      </a:accent3>
      <a:accent4>
        <a:srgbClr val="F7627B"/>
      </a:accent4>
      <a:accent5>
        <a:srgbClr val="FF0000"/>
      </a:accent5>
      <a:accent6>
        <a:srgbClr val="EEFF41"/>
      </a:accent6>
      <a:hlink>
        <a:srgbClr val="00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