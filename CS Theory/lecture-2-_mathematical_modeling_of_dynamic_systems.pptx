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9"/>
  </p:notesMasterIdLst>
  <p:handoutMasterIdLst>
    <p:handoutMasterId r:id="rId90"/>
  </p:handoutMasterIdLst>
  <p:sldIdLst>
    <p:sldId id="386" r:id="rId2"/>
    <p:sldId id="387" r:id="rId3"/>
    <p:sldId id="326" r:id="rId4"/>
    <p:sldId id="339" r:id="rId5"/>
    <p:sldId id="327" r:id="rId6"/>
    <p:sldId id="328" r:id="rId7"/>
    <p:sldId id="338" r:id="rId8"/>
    <p:sldId id="451" r:id="rId9"/>
    <p:sldId id="452" r:id="rId10"/>
    <p:sldId id="352" r:id="rId11"/>
    <p:sldId id="353" r:id="rId12"/>
    <p:sldId id="354" r:id="rId13"/>
    <p:sldId id="388" r:id="rId14"/>
    <p:sldId id="362" r:id="rId15"/>
    <p:sldId id="363" r:id="rId16"/>
    <p:sldId id="364" r:id="rId17"/>
    <p:sldId id="365" r:id="rId18"/>
    <p:sldId id="366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389" r:id="rId30"/>
    <p:sldId id="381" r:id="rId31"/>
    <p:sldId id="382" r:id="rId32"/>
    <p:sldId id="383" r:id="rId33"/>
    <p:sldId id="384" r:id="rId34"/>
    <p:sldId id="385" r:id="rId35"/>
    <p:sldId id="390" r:id="rId36"/>
    <p:sldId id="392" r:id="rId37"/>
    <p:sldId id="393" r:id="rId38"/>
    <p:sldId id="394" r:id="rId39"/>
    <p:sldId id="395" r:id="rId40"/>
    <p:sldId id="396" r:id="rId41"/>
    <p:sldId id="397" r:id="rId42"/>
    <p:sldId id="398" r:id="rId43"/>
    <p:sldId id="399" r:id="rId44"/>
    <p:sldId id="450" r:id="rId45"/>
    <p:sldId id="400" r:id="rId46"/>
    <p:sldId id="401" r:id="rId47"/>
    <p:sldId id="402" r:id="rId48"/>
    <p:sldId id="403" r:id="rId49"/>
    <p:sldId id="404" r:id="rId50"/>
    <p:sldId id="405" r:id="rId51"/>
    <p:sldId id="406" r:id="rId52"/>
    <p:sldId id="407" r:id="rId53"/>
    <p:sldId id="408" r:id="rId54"/>
    <p:sldId id="409" r:id="rId55"/>
    <p:sldId id="410" r:id="rId56"/>
    <p:sldId id="411" r:id="rId57"/>
    <p:sldId id="412" r:id="rId58"/>
    <p:sldId id="413" r:id="rId59"/>
    <p:sldId id="414" r:id="rId60"/>
    <p:sldId id="415" r:id="rId61"/>
    <p:sldId id="416" r:id="rId62"/>
    <p:sldId id="418" r:id="rId63"/>
    <p:sldId id="419" r:id="rId64"/>
    <p:sldId id="420" r:id="rId65"/>
    <p:sldId id="424" r:id="rId66"/>
    <p:sldId id="426" r:id="rId67"/>
    <p:sldId id="427" r:id="rId68"/>
    <p:sldId id="428" r:id="rId69"/>
    <p:sldId id="429" r:id="rId70"/>
    <p:sldId id="430" r:id="rId71"/>
    <p:sldId id="431" r:id="rId72"/>
    <p:sldId id="391" r:id="rId73"/>
    <p:sldId id="432" r:id="rId74"/>
    <p:sldId id="433" r:id="rId75"/>
    <p:sldId id="434" r:id="rId76"/>
    <p:sldId id="435" r:id="rId77"/>
    <p:sldId id="436" r:id="rId78"/>
    <p:sldId id="437" r:id="rId79"/>
    <p:sldId id="438" r:id="rId80"/>
    <p:sldId id="439" r:id="rId81"/>
    <p:sldId id="440" r:id="rId82"/>
    <p:sldId id="445" r:id="rId83"/>
    <p:sldId id="446" r:id="rId84"/>
    <p:sldId id="447" r:id="rId85"/>
    <p:sldId id="448" r:id="rId86"/>
    <p:sldId id="449" r:id="rId87"/>
    <p:sldId id="325" r:id="rId8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AB2BBE-4C92-46B6-8EAC-5D897E2280EE}" v="66" dt="2025-10-13T16:22:33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8" autoAdjust="0"/>
    <p:restoredTop sz="94710" autoAdjust="0"/>
  </p:normalViewPr>
  <p:slideViewPr>
    <p:cSldViewPr>
      <p:cViewPr varScale="1">
        <p:scale>
          <a:sx n="84" d="100"/>
          <a:sy n="84" d="100"/>
        </p:scale>
        <p:origin x="139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78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95" Type="http://schemas.microsoft.com/office/2016/11/relationships/changesInfo" Target="changesInfos/changesInfo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yan Ahmed Cheema" userId="30ac915479c30907" providerId="LiveId" clId="{6CD4AFE1-7E7A-49CB-9921-EA18E4BB969F}"/>
    <pc:docChg chg="undo custSel modSld">
      <pc:chgData name="Aliyan Ahmed Cheema" userId="30ac915479c30907" providerId="LiveId" clId="{6CD4AFE1-7E7A-49CB-9921-EA18E4BB969F}" dt="2025-10-13T16:22:33.694" v="209"/>
      <pc:docMkLst>
        <pc:docMk/>
      </pc:docMkLst>
      <pc:sldChg chg="modSp mod">
        <pc:chgData name="Aliyan Ahmed Cheema" userId="30ac915479c30907" providerId="LiveId" clId="{6CD4AFE1-7E7A-49CB-9921-EA18E4BB969F}" dt="2025-10-13T15:48:12.986" v="0" actId="1076"/>
        <pc:sldMkLst>
          <pc:docMk/>
          <pc:sldMk cId="70889249" sldId="377"/>
        </pc:sldMkLst>
        <pc:grpChg chg="mod">
          <ac:chgData name="Aliyan Ahmed Cheema" userId="30ac915479c30907" providerId="LiveId" clId="{6CD4AFE1-7E7A-49CB-9921-EA18E4BB969F}" dt="2025-10-13T15:48:12.986" v="0" actId="1076"/>
          <ac:grpSpMkLst>
            <pc:docMk/>
            <pc:sldMk cId="70889249" sldId="377"/>
            <ac:grpSpMk id="23" creationId="{00000000-0000-0000-0000-000000000000}"/>
          </ac:grpSpMkLst>
        </pc:grpChg>
      </pc:sldChg>
      <pc:sldChg chg="addSp delSp modSp mod">
        <pc:chgData name="Aliyan Ahmed Cheema" userId="30ac915479c30907" providerId="LiveId" clId="{6CD4AFE1-7E7A-49CB-9921-EA18E4BB969F}" dt="2025-10-13T16:22:33.694" v="209"/>
        <pc:sldMkLst>
          <pc:docMk/>
          <pc:sldMk cId="3585193372" sldId="384"/>
        </pc:sldMkLst>
        <pc:grpChg chg="del mod">
          <ac:chgData name="Aliyan Ahmed Cheema" userId="30ac915479c30907" providerId="LiveId" clId="{6CD4AFE1-7E7A-49CB-9921-EA18E4BB969F}" dt="2025-10-13T16:15:34.785" v="42"/>
          <ac:grpSpMkLst>
            <pc:docMk/>
            <pc:sldMk cId="3585193372" sldId="384"/>
            <ac:grpSpMk id="23" creationId="{46AE6450-A32C-5628-838A-6AE2D9688B03}"/>
          </ac:grpSpMkLst>
        </pc:grpChg>
        <pc:grpChg chg="del mod">
          <ac:chgData name="Aliyan Ahmed Cheema" userId="30ac915479c30907" providerId="LiveId" clId="{6CD4AFE1-7E7A-49CB-9921-EA18E4BB969F}" dt="2025-10-13T16:14:38.518" v="16"/>
          <ac:grpSpMkLst>
            <pc:docMk/>
            <pc:sldMk cId="3585193372" sldId="384"/>
            <ac:grpSpMk id="26" creationId="{061E8704-9C8D-3455-5C59-E7DBB87A58E4}"/>
          </ac:grpSpMkLst>
        </pc:grpChg>
        <pc:grpChg chg="del mod">
          <ac:chgData name="Aliyan Ahmed Cheema" userId="30ac915479c30907" providerId="LiveId" clId="{6CD4AFE1-7E7A-49CB-9921-EA18E4BB969F}" dt="2025-10-13T16:14:38.518" v="16"/>
          <ac:grpSpMkLst>
            <pc:docMk/>
            <pc:sldMk cId="3585193372" sldId="384"/>
            <ac:grpSpMk id="30" creationId="{D6C24D50-BD2E-0645-54A5-4AA88BE046D2}"/>
          </ac:grpSpMkLst>
        </pc:grpChg>
        <pc:grpChg chg="del mod">
          <ac:chgData name="Aliyan Ahmed Cheema" userId="30ac915479c30907" providerId="LiveId" clId="{6CD4AFE1-7E7A-49CB-9921-EA18E4BB969F}" dt="2025-10-13T16:14:44.486" v="20"/>
          <ac:grpSpMkLst>
            <pc:docMk/>
            <pc:sldMk cId="3585193372" sldId="384"/>
            <ac:grpSpMk id="33" creationId="{340E676C-6BD9-E2A9-6625-CFA37DD195DA}"/>
          </ac:grpSpMkLst>
        </pc:grpChg>
        <pc:grpChg chg="del mod">
          <ac:chgData name="Aliyan Ahmed Cheema" userId="30ac915479c30907" providerId="LiveId" clId="{6CD4AFE1-7E7A-49CB-9921-EA18E4BB969F}" dt="2025-10-13T16:15:34.785" v="42"/>
          <ac:grpSpMkLst>
            <pc:docMk/>
            <pc:sldMk cId="3585193372" sldId="384"/>
            <ac:grpSpMk id="37" creationId="{2BCF331F-0DF7-378B-13E5-75AC1848E6EC}"/>
          </ac:grpSpMkLst>
        </pc:grpChg>
        <pc:grpChg chg="mod">
          <ac:chgData name="Aliyan Ahmed Cheema" userId="30ac915479c30907" providerId="LiveId" clId="{6CD4AFE1-7E7A-49CB-9921-EA18E4BB969F}" dt="2025-10-13T16:14:58.979" v="26"/>
          <ac:grpSpMkLst>
            <pc:docMk/>
            <pc:sldMk cId="3585193372" sldId="384"/>
            <ac:grpSpMk id="43" creationId="{E07586FF-7943-3E18-632D-1290223C002E}"/>
          </ac:grpSpMkLst>
        </pc:grpChg>
        <pc:grpChg chg="del mod">
          <ac:chgData name="Aliyan Ahmed Cheema" userId="30ac915479c30907" providerId="LiveId" clId="{6CD4AFE1-7E7A-49CB-9921-EA18E4BB969F}" dt="2025-10-13T16:15:34.785" v="42"/>
          <ac:grpSpMkLst>
            <pc:docMk/>
            <pc:sldMk cId="3585193372" sldId="384"/>
            <ac:grpSpMk id="54" creationId="{F894903A-22E1-40ED-B2A0-2F7618ABA4FE}"/>
          </ac:grpSpMkLst>
        </pc:grpChg>
        <pc:grpChg chg="del mod">
          <ac:chgData name="Aliyan Ahmed Cheema" userId="30ac915479c30907" providerId="LiveId" clId="{6CD4AFE1-7E7A-49CB-9921-EA18E4BB969F}" dt="2025-10-13T16:15:34.785" v="42"/>
          <ac:grpSpMkLst>
            <pc:docMk/>
            <pc:sldMk cId="3585193372" sldId="384"/>
            <ac:grpSpMk id="55" creationId="{92FC0FD2-CD83-CD6E-CED9-2F12D9ABD7AC}"/>
          </ac:grpSpMkLst>
        </pc:grpChg>
        <pc:grpChg chg="del mod">
          <ac:chgData name="Aliyan Ahmed Cheema" userId="30ac915479c30907" providerId="LiveId" clId="{6CD4AFE1-7E7A-49CB-9921-EA18E4BB969F}" dt="2025-10-13T16:15:35.298" v="44"/>
          <ac:grpSpMkLst>
            <pc:docMk/>
            <pc:sldMk cId="3585193372" sldId="384"/>
            <ac:grpSpMk id="59" creationId="{A565AD5B-7EB1-9AA6-3A87-2FC5563A56A2}"/>
          </ac:grpSpMkLst>
        </pc:grpChg>
        <pc:grpChg chg="del mod">
          <ac:chgData name="Aliyan Ahmed Cheema" userId="30ac915479c30907" providerId="LiveId" clId="{6CD4AFE1-7E7A-49CB-9921-EA18E4BB969F}" dt="2025-10-13T16:15:42.005" v="53"/>
          <ac:grpSpMkLst>
            <pc:docMk/>
            <pc:sldMk cId="3585193372" sldId="384"/>
            <ac:grpSpMk id="61" creationId="{5C47BCF4-E27B-88EC-8C90-78499F5B1170}"/>
          </ac:grpSpMkLst>
        </pc:grpChg>
        <pc:grpChg chg="mod">
          <ac:chgData name="Aliyan Ahmed Cheema" userId="30ac915479c30907" providerId="LiveId" clId="{6CD4AFE1-7E7A-49CB-9921-EA18E4BB969F}" dt="2025-10-13T16:15:42.005" v="53"/>
          <ac:grpSpMkLst>
            <pc:docMk/>
            <pc:sldMk cId="3585193372" sldId="384"/>
            <ac:grpSpMk id="68" creationId="{9A62981D-9D79-C452-D024-825ECCE470BA}"/>
          </ac:grpSpMkLst>
        </pc:grpChg>
        <pc:grpChg chg="mod">
          <ac:chgData name="Aliyan Ahmed Cheema" userId="30ac915479c30907" providerId="LiveId" clId="{6CD4AFE1-7E7A-49CB-9921-EA18E4BB969F}" dt="2025-10-13T16:15:48.520" v="59"/>
          <ac:grpSpMkLst>
            <pc:docMk/>
            <pc:sldMk cId="3585193372" sldId="384"/>
            <ac:grpSpMk id="73" creationId="{82D19593-4BB7-5A49-CDF6-E2DB93709AD4}"/>
          </ac:grpSpMkLst>
        </pc:grpChg>
        <pc:grpChg chg="del mod">
          <ac:chgData name="Aliyan Ahmed Cheema" userId="30ac915479c30907" providerId="LiveId" clId="{6CD4AFE1-7E7A-49CB-9921-EA18E4BB969F}" dt="2025-10-13T16:15:54.903" v="66"/>
          <ac:grpSpMkLst>
            <pc:docMk/>
            <pc:sldMk cId="3585193372" sldId="384"/>
            <ac:grpSpMk id="76" creationId="{0B14766A-7310-DC2E-6B17-221D859D84AD}"/>
          </ac:grpSpMkLst>
        </pc:grpChg>
        <pc:grpChg chg="mod">
          <ac:chgData name="Aliyan Ahmed Cheema" userId="30ac915479c30907" providerId="LiveId" clId="{6CD4AFE1-7E7A-49CB-9921-EA18E4BB969F}" dt="2025-10-13T16:15:54.903" v="66"/>
          <ac:grpSpMkLst>
            <pc:docMk/>
            <pc:sldMk cId="3585193372" sldId="384"/>
            <ac:grpSpMk id="80" creationId="{04724B8B-AA45-22EA-C036-699DA7E89C2B}"/>
          </ac:grpSpMkLst>
        </pc:grpChg>
        <pc:grpChg chg="del mod">
          <ac:chgData name="Aliyan Ahmed Cheema" userId="30ac915479c30907" providerId="LiveId" clId="{6CD4AFE1-7E7A-49CB-9921-EA18E4BB969F}" dt="2025-10-13T16:16:11.182" v="80"/>
          <ac:grpSpMkLst>
            <pc:docMk/>
            <pc:sldMk cId="3585193372" sldId="384"/>
            <ac:grpSpMk id="91" creationId="{B8EFC23D-D635-F574-98BF-4DC7EE605B16}"/>
          </ac:grpSpMkLst>
        </pc:grpChg>
        <pc:grpChg chg="del mod">
          <ac:chgData name="Aliyan Ahmed Cheema" userId="30ac915479c30907" providerId="LiveId" clId="{6CD4AFE1-7E7A-49CB-9921-EA18E4BB969F}" dt="2025-10-13T16:16:14.645" v="82"/>
          <ac:grpSpMkLst>
            <pc:docMk/>
            <pc:sldMk cId="3585193372" sldId="384"/>
            <ac:grpSpMk id="94" creationId="{C608DE5E-B14C-CF1B-5115-678FB9280C65}"/>
          </ac:grpSpMkLst>
        </pc:grpChg>
        <pc:grpChg chg="del mod">
          <ac:chgData name="Aliyan Ahmed Cheema" userId="30ac915479c30907" providerId="LiveId" clId="{6CD4AFE1-7E7A-49CB-9921-EA18E4BB969F}" dt="2025-10-13T16:16:19.269" v="85"/>
          <ac:grpSpMkLst>
            <pc:docMk/>
            <pc:sldMk cId="3585193372" sldId="384"/>
            <ac:grpSpMk id="96" creationId="{47C39578-301B-03F9-E722-619725F7B123}"/>
          </ac:grpSpMkLst>
        </pc:grpChg>
        <pc:grpChg chg="mod">
          <ac:chgData name="Aliyan Ahmed Cheema" userId="30ac915479c30907" providerId="LiveId" clId="{6CD4AFE1-7E7A-49CB-9921-EA18E4BB969F}" dt="2025-10-13T16:16:19.269" v="85"/>
          <ac:grpSpMkLst>
            <pc:docMk/>
            <pc:sldMk cId="3585193372" sldId="384"/>
            <ac:grpSpMk id="99" creationId="{DF0565B1-6D35-9F8A-5BD9-F950ABEBA22F}"/>
          </ac:grpSpMkLst>
        </pc:grpChg>
        <pc:grpChg chg="del mod">
          <ac:chgData name="Aliyan Ahmed Cheema" userId="30ac915479c30907" providerId="LiveId" clId="{6CD4AFE1-7E7A-49CB-9921-EA18E4BB969F}" dt="2025-10-13T16:22:26.895" v="190"/>
          <ac:grpSpMkLst>
            <pc:docMk/>
            <pc:sldMk cId="3585193372" sldId="384"/>
            <ac:grpSpMk id="102" creationId="{2C63C805-DC48-57E4-30C4-A254CC908EF1}"/>
          </ac:grpSpMkLst>
        </pc:grpChg>
        <pc:grpChg chg="mod">
          <ac:chgData name="Aliyan Ahmed Cheema" userId="30ac915479c30907" providerId="LiveId" clId="{6CD4AFE1-7E7A-49CB-9921-EA18E4BB969F}" dt="2025-10-13T16:16:36.697" v="92"/>
          <ac:grpSpMkLst>
            <pc:docMk/>
            <pc:sldMk cId="3585193372" sldId="384"/>
            <ac:grpSpMk id="106" creationId="{93176D09-E589-E204-7525-2A7C4EF1E777}"/>
          </ac:grpSpMkLst>
        </pc:grpChg>
        <pc:grpChg chg="mod">
          <ac:chgData name="Aliyan Ahmed Cheema" userId="30ac915479c30907" providerId="LiveId" clId="{6CD4AFE1-7E7A-49CB-9921-EA18E4BB969F}" dt="2025-10-13T16:16:39.867" v="95"/>
          <ac:grpSpMkLst>
            <pc:docMk/>
            <pc:sldMk cId="3585193372" sldId="384"/>
            <ac:grpSpMk id="109" creationId="{8F8BE24A-8E09-4403-D103-D25BEB98647C}"/>
          </ac:grpSpMkLst>
        </pc:grpChg>
        <pc:grpChg chg="del mod">
          <ac:chgData name="Aliyan Ahmed Cheema" userId="30ac915479c30907" providerId="LiveId" clId="{6CD4AFE1-7E7A-49CB-9921-EA18E4BB969F}" dt="2025-10-13T16:16:53.362" v="104"/>
          <ac:grpSpMkLst>
            <pc:docMk/>
            <pc:sldMk cId="3585193372" sldId="384"/>
            <ac:grpSpMk id="114" creationId="{6C4A5C91-7AA8-CB0C-9D8D-34048668769E}"/>
          </ac:grpSpMkLst>
        </pc:grpChg>
        <pc:grpChg chg="mod">
          <ac:chgData name="Aliyan Ahmed Cheema" userId="30ac915479c30907" providerId="LiveId" clId="{6CD4AFE1-7E7A-49CB-9921-EA18E4BB969F}" dt="2025-10-13T16:16:53.362" v="104"/>
          <ac:grpSpMkLst>
            <pc:docMk/>
            <pc:sldMk cId="3585193372" sldId="384"/>
            <ac:grpSpMk id="118" creationId="{75FA5BE8-7EF2-7324-F30B-8F83D3DA0168}"/>
          </ac:grpSpMkLst>
        </pc:grpChg>
        <pc:grpChg chg="mod">
          <ac:chgData name="Aliyan Ahmed Cheema" userId="30ac915479c30907" providerId="LiveId" clId="{6CD4AFE1-7E7A-49CB-9921-EA18E4BB969F}" dt="2025-10-13T16:16:53.362" v="104"/>
          <ac:grpSpMkLst>
            <pc:docMk/>
            <pc:sldMk cId="3585193372" sldId="384"/>
            <ac:grpSpMk id="119" creationId="{35D7CF3C-12A6-80F8-D102-3221DCBD580B}"/>
          </ac:grpSpMkLst>
        </pc:grpChg>
        <pc:grpChg chg="add del mod">
          <ac:chgData name="Aliyan Ahmed Cheema" userId="30ac915479c30907" providerId="LiveId" clId="{6CD4AFE1-7E7A-49CB-9921-EA18E4BB969F}" dt="2025-10-13T16:17:13.321" v="122"/>
          <ac:grpSpMkLst>
            <pc:docMk/>
            <pc:sldMk cId="3585193372" sldId="384"/>
            <ac:grpSpMk id="126" creationId="{2D6EE494-F86C-ABBE-B888-6CD1D56E4FCD}"/>
          </ac:grpSpMkLst>
        </pc:grpChg>
        <pc:grpChg chg="mod">
          <ac:chgData name="Aliyan Ahmed Cheema" userId="30ac915479c30907" providerId="LiveId" clId="{6CD4AFE1-7E7A-49CB-9921-EA18E4BB969F}" dt="2025-10-13T16:17:06.125" v="116"/>
          <ac:grpSpMkLst>
            <pc:docMk/>
            <pc:sldMk cId="3585193372" sldId="384"/>
            <ac:grpSpMk id="129" creationId="{DF51C20D-D34D-9D1F-32AE-AA9A52680906}"/>
          </ac:grpSpMkLst>
        </pc:grpChg>
        <pc:grpChg chg="add del mod">
          <ac:chgData name="Aliyan Ahmed Cheema" userId="30ac915479c30907" providerId="LiveId" clId="{6CD4AFE1-7E7A-49CB-9921-EA18E4BB969F}" dt="2025-10-13T16:17:19.715" v="128"/>
          <ac:grpSpMkLst>
            <pc:docMk/>
            <pc:sldMk cId="3585193372" sldId="384"/>
            <ac:grpSpMk id="135" creationId="{8B5CB2F9-E4C0-331D-79C3-A537CBDAC599}"/>
          </ac:grpSpMkLst>
        </pc:grpChg>
        <pc:grpChg chg="mod">
          <ac:chgData name="Aliyan Ahmed Cheema" userId="30ac915479c30907" providerId="LiveId" clId="{6CD4AFE1-7E7A-49CB-9921-EA18E4BB969F}" dt="2025-10-13T16:17:19.715" v="128"/>
          <ac:grpSpMkLst>
            <pc:docMk/>
            <pc:sldMk cId="3585193372" sldId="384"/>
            <ac:grpSpMk id="139" creationId="{7BAF1389-2DE8-5E75-DC8D-B0CC98333C79}"/>
          </ac:grpSpMkLst>
        </pc:grpChg>
        <pc:grpChg chg="mod">
          <ac:chgData name="Aliyan Ahmed Cheema" userId="30ac915479c30907" providerId="LiveId" clId="{6CD4AFE1-7E7A-49CB-9921-EA18E4BB969F}" dt="2025-10-13T16:17:25.837" v="134"/>
          <ac:grpSpMkLst>
            <pc:docMk/>
            <pc:sldMk cId="3585193372" sldId="384"/>
            <ac:grpSpMk id="143" creationId="{56E8D49B-E95F-3729-1A26-A1B385729EF4}"/>
          </ac:grpSpMkLst>
        </pc:grpChg>
        <pc:grpChg chg="del mod">
          <ac:chgData name="Aliyan Ahmed Cheema" userId="30ac915479c30907" providerId="LiveId" clId="{6CD4AFE1-7E7A-49CB-9921-EA18E4BB969F}" dt="2025-10-13T16:22:33.694" v="199"/>
          <ac:grpSpMkLst>
            <pc:docMk/>
            <pc:sldMk cId="3585193372" sldId="384"/>
            <ac:grpSpMk id="149" creationId="{E6842E9A-8C45-F5D9-3A23-898BD1E4AD63}"/>
          </ac:grpSpMkLst>
        </pc:grpChg>
        <pc:grpChg chg="del mod">
          <ac:chgData name="Aliyan Ahmed Cheema" userId="30ac915479c30907" providerId="LiveId" clId="{6CD4AFE1-7E7A-49CB-9921-EA18E4BB969F}" dt="2025-10-13T16:22:33.694" v="207"/>
          <ac:grpSpMkLst>
            <pc:docMk/>
            <pc:sldMk cId="3585193372" sldId="384"/>
            <ac:grpSpMk id="154" creationId="{BDDD7021-B760-2335-6550-E6622E80E7E0}"/>
          </ac:grpSpMkLst>
        </pc:grpChg>
        <pc:grpChg chg="mod">
          <ac:chgData name="Aliyan Ahmed Cheema" userId="30ac915479c30907" providerId="LiveId" clId="{6CD4AFE1-7E7A-49CB-9921-EA18E4BB969F}" dt="2025-10-13T16:17:54.595" v="158"/>
          <ac:grpSpMkLst>
            <pc:docMk/>
            <pc:sldMk cId="3585193372" sldId="384"/>
            <ac:grpSpMk id="160" creationId="{C423A03F-19F3-3C98-905B-A67CD38867D8}"/>
          </ac:grpSpMkLst>
        </pc:grpChg>
        <pc:grpChg chg="del mod">
          <ac:chgData name="Aliyan Ahmed Cheema" userId="30ac915479c30907" providerId="LiveId" clId="{6CD4AFE1-7E7A-49CB-9921-EA18E4BB969F}" dt="2025-10-13T16:18:08.094" v="170"/>
          <ac:grpSpMkLst>
            <pc:docMk/>
            <pc:sldMk cId="3585193372" sldId="384"/>
            <ac:grpSpMk id="166" creationId="{20B3D34C-1B37-2360-F334-885AC03E60F7}"/>
          </ac:grpSpMkLst>
        </pc:grpChg>
        <pc:grpChg chg="del mod">
          <ac:chgData name="Aliyan Ahmed Cheema" userId="30ac915479c30907" providerId="LiveId" clId="{6CD4AFE1-7E7A-49CB-9921-EA18E4BB969F}" dt="2025-10-13T16:22:33.694" v="205"/>
          <ac:grpSpMkLst>
            <pc:docMk/>
            <pc:sldMk cId="3585193372" sldId="384"/>
            <ac:grpSpMk id="171" creationId="{FC6EB819-FCB4-D246-BD9D-123634078E16}"/>
          </ac:grpSpMkLst>
        </pc:grpChg>
        <pc:grpChg chg="del mod">
          <ac:chgData name="Aliyan Ahmed Cheema" userId="30ac915479c30907" providerId="LiveId" clId="{6CD4AFE1-7E7A-49CB-9921-EA18E4BB969F}" dt="2025-10-13T16:19:38.130" v="181"/>
          <ac:grpSpMkLst>
            <pc:docMk/>
            <pc:sldMk cId="3585193372" sldId="384"/>
            <ac:grpSpMk id="177" creationId="{51534164-C804-3AB1-9A48-643776580DC4}"/>
          </ac:grpSpMkLst>
        </pc:grpChg>
        <pc:grpChg chg="mod">
          <ac:chgData name="Aliyan Ahmed Cheema" userId="30ac915479c30907" providerId="LiveId" clId="{6CD4AFE1-7E7A-49CB-9921-EA18E4BB969F}" dt="2025-10-13T16:19:38.130" v="181"/>
          <ac:grpSpMkLst>
            <pc:docMk/>
            <pc:sldMk cId="3585193372" sldId="384"/>
            <ac:grpSpMk id="181" creationId="{8C981B5B-76F1-A4FC-0BEE-B314A4CB07D8}"/>
          </ac:grpSpMkLst>
        </pc:grpChg>
        <pc:grpChg chg="del mod">
          <ac:chgData name="Aliyan Ahmed Cheema" userId="30ac915479c30907" providerId="LiveId" clId="{6CD4AFE1-7E7A-49CB-9921-EA18E4BB969F}" dt="2025-10-13T16:19:55.227" v="189"/>
          <ac:grpSpMkLst>
            <pc:docMk/>
            <pc:sldMk cId="3585193372" sldId="384"/>
            <ac:grpSpMk id="187" creationId="{03F08085-C047-58D1-60C7-FBE3E9BB08DC}"/>
          </ac:grpSpMkLst>
        </pc:grpChg>
        <pc:grpChg chg="mod">
          <ac:chgData name="Aliyan Ahmed Cheema" userId="30ac915479c30907" providerId="LiveId" clId="{6CD4AFE1-7E7A-49CB-9921-EA18E4BB969F}" dt="2025-10-13T16:19:55.227" v="189"/>
          <ac:grpSpMkLst>
            <pc:docMk/>
            <pc:sldMk cId="3585193372" sldId="384"/>
            <ac:grpSpMk id="189" creationId="{6D701C14-629B-41A9-E7CB-83BBEF5F1A61}"/>
          </ac:grpSpMkLst>
        </pc:grpChg>
        <pc:inkChg chg="add mod">
          <ac:chgData name="Aliyan Ahmed Cheema" userId="30ac915479c30907" providerId="LiveId" clId="{6CD4AFE1-7E7A-49CB-9921-EA18E4BB969F}" dt="2025-10-13T16:15:42.005" v="53"/>
          <ac:inkMkLst>
            <pc:docMk/>
            <pc:sldMk cId="3585193372" sldId="384"/>
            <ac:inkMk id="5" creationId="{8BEBD2C8-9758-3853-89DB-86E174335539}"/>
          </ac:inkMkLst>
        </pc:inkChg>
        <pc:inkChg chg="add mod">
          <ac:chgData name="Aliyan Ahmed Cheema" userId="30ac915479c30907" providerId="LiveId" clId="{6CD4AFE1-7E7A-49CB-9921-EA18E4BB969F}" dt="2025-10-13T16:14:23.823" v="6"/>
          <ac:inkMkLst>
            <pc:docMk/>
            <pc:sldMk cId="3585193372" sldId="384"/>
            <ac:inkMk id="8" creationId="{321844AA-8A55-562D-40EC-688FECFF7ED0}"/>
          </ac:inkMkLst>
        </pc:inkChg>
        <pc:inkChg chg="add mod">
          <ac:chgData name="Aliyan Ahmed Cheema" userId="30ac915479c30907" providerId="LiveId" clId="{6CD4AFE1-7E7A-49CB-9921-EA18E4BB969F}" dt="2025-10-13T16:14:23.823" v="6"/>
          <ac:inkMkLst>
            <pc:docMk/>
            <pc:sldMk cId="3585193372" sldId="384"/>
            <ac:inkMk id="14" creationId="{78AD67E2-914E-E6B0-E78E-1FC22B6828BB}"/>
          </ac:inkMkLst>
        </pc:inkChg>
        <pc:inkChg chg="add mod">
          <ac:chgData name="Aliyan Ahmed Cheema" userId="30ac915479c30907" providerId="LiveId" clId="{6CD4AFE1-7E7A-49CB-9921-EA18E4BB969F}" dt="2025-10-13T16:14:23.823" v="6"/>
          <ac:inkMkLst>
            <pc:docMk/>
            <pc:sldMk cId="3585193372" sldId="384"/>
            <ac:inkMk id="16" creationId="{33865E93-ED02-8DC1-4B81-BA1D8D6AA229}"/>
          </ac:inkMkLst>
        </pc:inkChg>
        <pc:inkChg chg="add mod">
          <ac:chgData name="Aliyan Ahmed Cheema" userId="30ac915479c30907" providerId="LiveId" clId="{6CD4AFE1-7E7A-49CB-9921-EA18E4BB969F}" dt="2025-10-13T16:14:23.823" v="6"/>
          <ac:inkMkLst>
            <pc:docMk/>
            <pc:sldMk cId="3585193372" sldId="384"/>
            <ac:inkMk id="18" creationId="{F203FF2D-F722-1D05-BDCA-F89C24360395}"/>
          </ac:inkMkLst>
        </pc:inkChg>
        <pc:inkChg chg="add mod">
          <ac:chgData name="Aliyan Ahmed Cheema" userId="30ac915479c30907" providerId="LiveId" clId="{6CD4AFE1-7E7A-49CB-9921-EA18E4BB969F}" dt="2025-10-13T16:15:42.005" v="53"/>
          <ac:inkMkLst>
            <pc:docMk/>
            <pc:sldMk cId="3585193372" sldId="384"/>
            <ac:inkMk id="24" creationId="{187D3FD9-7C86-C3EF-37F3-3290D8EEB6E0}"/>
          </ac:inkMkLst>
        </pc:inkChg>
        <pc:inkChg chg="add mod">
          <ac:chgData name="Aliyan Ahmed Cheema" userId="30ac915479c30907" providerId="LiveId" clId="{6CD4AFE1-7E7A-49CB-9921-EA18E4BB969F}" dt="2025-10-13T16:14:38.518" v="16"/>
          <ac:inkMkLst>
            <pc:docMk/>
            <pc:sldMk cId="3585193372" sldId="384"/>
            <ac:inkMk id="25" creationId="{61108647-C300-6C79-5903-9940011D5791}"/>
          </ac:inkMkLst>
        </pc:inkChg>
        <pc:inkChg chg="add mod">
          <ac:chgData name="Aliyan Ahmed Cheema" userId="30ac915479c30907" providerId="LiveId" clId="{6CD4AFE1-7E7A-49CB-9921-EA18E4BB969F}" dt="2025-10-13T16:14:44.486" v="20"/>
          <ac:inkMkLst>
            <pc:docMk/>
            <pc:sldMk cId="3585193372" sldId="384"/>
            <ac:inkMk id="27" creationId="{707BE071-1408-8DA1-3653-99DBB5EAFDD0}"/>
          </ac:inkMkLst>
        </pc:inkChg>
        <pc:inkChg chg="add mod">
          <ac:chgData name="Aliyan Ahmed Cheema" userId="30ac915479c30907" providerId="LiveId" clId="{6CD4AFE1-7E7A-49CB-9921-EA18E4BB969F}" dt="2025-10-13T16:14:44.486" v="20"/>
          <ac:inkMkLst>
            <pc:docMk/>
            <pc:sldMk cId="3585193372" sldId="384"/>
            <ac:inkMk id="28" creationId="{C4733126-5963-1908-2B5D-1463FC3AD5DA}"/>
          </ac:inkMkLst>
        </pc:inkChg>
        <pc:inkChg chg="add mod">
          <ac:chgData name="Aliyan Ahmed Cheema" userId="30ac915479c30907" providerId="LiveId" clId="{6CD4AFE1-7E7A-49CB-9921-EA18E4BB969F}" dt="2025-10-13T16:14:44.486" v="20"/>
          <ac:inkMkLst>
            <pc:docMk/>
            <pc:sldMk cId="3585193372" sldId="384"/>
            <ac:inkMk id="29" creationId="{A6707F54-83C2-F32B-409F-2F3794ED823B}"/>
          </ac:inkMkLst>
        </pc:inkChg>
        <pc:inkChg chg="add mod">
          <ac:chgData name="Aliyan Ahmed Cheema" userId="30ac915479c30907" providerId="LiveId" clId="{6CD4AFE1-7E7A-49CB-9921-EA18E4BB969F}" dt="2025-10-13T16:15:42.005" v="53"/>
          <ac:inkMkLst>
            <pc:docMk/>
            <pc:sldMk cId="3585193372" sldId="384"/>
            <ac:inkMk id="31" creationId="{3A717ED7-B5F5-BD4D-6357-283D28F79F00}"/>
          </ac:inkMkLst>
        </pc:inkChg>
        <pc:inkChg chg="add mod">
          <ac:chgData name="Aliyan Ahmed Cheema" userId="30ac915479c30907" providerId="LiveId" clId="{6CD4AFE1-7E7A-49CB-9921-EA18E4BB969F}" dt="2025-10-13T16:14:44.486" v="20"/>
          <ac:inkMkLst>
            <pc:docMk/>
            <pc:sldMk cId="3585193372" sldId="384"/>
            <ac:inkMk id="32" creationId="{7DEA0295-8C04-FEAD-BE12-9E126B1897CC}"/>
          </ac:inkMkLst>
        </pc:inkChg>
        <pc:inkChg chg="add">
          <ac:chgData name="Aliyan Ahmed Cheema" userId="30ac915479c30907" providerId="LiveId" clId="{6CD4AFE1-7E7A-49CB-9921-EA18E4BB969F}" dt="2025-10-13T16:14:38.520" v="17" actId="9405"/>
          <ac:inkMkLst>
            <pc:docMk/>
            <pc:sldMk cId="3585193372" sldId="384"/>
            <ac:inkMk id="34" creationId="{F633B7AB-A4D0-D376-7F86-C9EA5BA160CF}"/>
          </ac:inkMkLst>
        </pc:inkChg>
        <pc:inkChg chg="add mod">
          <ac:chgData name="Aliyan Ahmed Cheema" userId="30ac915479c30907" providerId="LiveId" clId="{6CD4AFE1-7E7A-49CB-9921-EA18E4BB969F}" dt="2025-10-13T16:15:42.005" v="53"/>
          <ac:inkMkLst>
            <pc:docMk/>
            <pc:sldMk cId="3585193372" sldId="384"/>
            <ac:inkMk id="35" creationId="{55426AD6-DF52-ABF7-847A-759030CCE850}"/>
          </ac:inkMkLst>
        </pc:inkChg>
        <pc:inkChg chg="add mod">
          <ac:chgData name="Aliyan Ahmed Cheema" userId="30ac915479c30907" providerId="LiveId" clId="{6CD4AFE1-7E7A-49CB-9921-EA18E4BB969F}" dt="2025-10-13T16:15:35.298" v="44"/>
          <ac:inkMkLst>
            <pc:docMk/>
            <pc:sldMk cId="3585193372" sldId="384"/>
            <ac:inkMk id="36" creationId="{7426595B-1498-E96B-5C4E-CDCF48946BC3}"/>
          </ac:inkMkLst>
        </pc:inkChg>
        <pc:inkChg chg="add mod">
          <ac:chgData name="Aliyan Ahmed Cheema" userId="30ac915479c30907" providerId="LiveId" clId="{6CD4AFE1-7E7A-49CB-9921-EA18E4BB969F}" dt="2025-10-13T16:14:58.979" v="26"/>
          <ac:inkMkLst>
            <pc:docMk/>
            <pc:sldMk cId="3585193372" sldId="384"/>
            <ac:inkMk id="38" creationId="{164A841A-1E2D-C984-789B-63D23CB562E9}"/>
          </ac:inkMkLst>
        </pc:inkChg>
        <pc:inkChg chg="add mod">
          <ac:chgData name="Aliyan Ahmed Cheema" userId="30ac915479c30907" providerId="LiveId" clId="{6CD4AFE1-7E7A-49CB-9921-EA18E4BB969F}" dt="2025-10-13T16:14:58.979" v="26"/>
          <ac:inkMkLst>
            <pc:docMk/>
            <pc:sldMk cId="3585193372" sldId="384"/>
            <ac:inkMk id="39" creationId="{9005CF03-B2E3-8931-299E-623E2BE60A45}"/>
          </ac:inkMkLst>
        </pc:inkChg>
        <pc:inkChg chg="add mod">
          <ac:chgData name="Aliyan Ahmed Cheema" userId="30ac915479c30907" providerId="LiveId" clId="{6CD4AFE1-7E7A-49CB-9921-EA18E4BB969F}" dt="2025-10-13T16:14:58.979" v="26"/>
          <ac:inkMkLst>
            <pc:docMk/>
            <pc:sldMk cId="3585193372" sldId="384"/>
            <ac:inkMk id="40" creationId="{27B2EA68-A828-FE3C-5696-2F300638B622}"/>
          </ac:inkMkLst>
        </pc:inkChg>
        <pc:inkChg chg="add mod">
          <ac:chgData name="Aliyan Ahmed Cheema" userId="30ac915479c30907" providerId="LiveId" clId="{6CD4AFE1-7E7A-49CB-9921-EA18E4BB969F}" dt="2025-10-13T16:14:58.979" v="26"/>
          <ac:inkMkLst>
            <pc:docMk/>
            <pc:sldMk cId="3585193372" sldId="384"/>
            <ac:inkMk id="41" creationId="{7417F876-6EF5-23FA-9C06-5C055D433B5A}"/>
          </ac:inkMkLst>
        </pc:inkChg>
        <pc:inkChg chg="add mod">
          <ac:chgData name="Aliyan Ahmed Cheema" userId="30ac915479c30907" providerId="LiveId" clId="{6CD4AFE1-7E7A-49CB-9921-EA18E4BB969F}" dt="2025-10-13T16:14:58.979" v="26"/>
          <ac:inkMkLst>
            <pc:docMk/>
            <pc:sldMk cId="3585193372" sldId="384"/>
            <ac:inkMk id="42" creationId="{F2CAF73F-56DF-A550-9B42-BFFB991632A3}"/>
          </ac:inkMkLst>
        </pc:inkChg>
        <pc:inkChg chg="add">
          <ac:chgData name="Aliyan Ahmed Cheema" userId="30ac915479c30907" providerId="LiveId" clId="{6CD4AFE1-7E7A-49CB-9921-EA18E4BB969F}" dt="2025-10-13T16:15:07.378" v="27" actId="9405"/>
          <ac:inkMkLst>
            <pc:docMk/>
            <pc:sldMk cId="3585193372" sldId="384"/>
            <ac:inkMk id="44" creationId="{3D7D0839-53CD-758C-253B-31827168ACFE}"/>
          </ac:inkMkLst>
        </pc:inkChg>
        <pc:inkChg chg="add del">
          <ac:chgData name="Aliyan Ahmed Cheema" userId="30ac915479c30907" providerId="LiveId" clId="{6CD4AFE1-7E7A-49CB-9921-EA18E4BB969F}" dt="2025-10-13T16:15:09.919" v="29" actId="9405"/>
          <ac:inkMkLst>
            <pc:docMk/>
            <pc:sldMk cId="3585193372" sldId="384"/>
            <ac:inkMk id="45" creationId="{B564BBA0-B364-398D-DF34-AB8448BF340B}"/>
          </ac:inkMkLst>
        </pc:inkChg>
        <pc:inkChg chg="add">
          <ac:chgData name="Aliyan Ahmed Cheema" userId="30ac915479c30907" providerId="LiveId" clId="{6CD4AFE1-7E7A-49CB-9921-EA18E4BB969F}" dt="2025-10-13T16:15:12.112" v="30" actId="9405"/>
          <ac:inkMkLst>
            <pc:docMk/>
            <pc:sldMk cId="3585193372" sldId="384"/>
            <ac:inkMk id="46" creationId="{F67DD6C5-D732-505D-39A4-0DA574BD621F}"/>
          </ac:inkMkLst>
        </pc:inkChg>
        <pc:inkChg chg="add mod">
          <ac:chgData name="Aliyan Ahmed Cheema" userId="30ac915479c30907" providerId="LiveId" clId="{6CD4AFE1-7E7A-49CB-9921-EA18E4BB969F}" dt="2025-10-13T16:15:28.376" v="38"/>
          <ac:inkMkLst>
            <pc:docMk/>
            <pc:sldMk cId="3585193372" sldId="384"/>
            <ac:inkMk id="47" creationId="{188EA87F-EED1-C92A-7A11-C7184BDCBD20}"/>
          </ac:inkMkLst>
        </pc:inkChg>
        <pc:inkChg chg="add mod">
          <ac:chgData name="Aliyan Ahmed Cheema" userId="30ac915479c30907" providerId="LiveId" clId="{6CD4AFE1-7E7A-49CB-9921-EA18E4BB969F}" dt="2025-10-13T16:15:28.376" v="38"/>
          <ac:inkMkLst>
            <pc:docMk/>
            <pc:sldMk cId="3585193372" sldId="384"/>
            <ac:inkMk id="48" creationId="{430E226B-0423-C011-6710-A8E3385B3FF3}"/>
          </ac:inkMkLst>
        </pc:inkChg>
        <pc:inkChg chg="add mod">
          <ac:chgData name="Aliyan Ahmed Cheema" userId="30ac915479c30907" providerId="LiveId" clId="{6CD4AFE1-7E7A-49CB-9921-EA18E4BB969F}" dt="2025-10-13T16:15:28.376" v="38"/>
          <ac:inkMkLst>
            <pc:docMk/>
            <pc:sldMk cId="3585193372" sldId="384"/>
            <ac:inkMk id="49" creationId="{C69135F6-6D26-8CB3-8737-65AB9E9C8A47}"/>
          </ac:inkMkLst>
        </pc:inkChg>
        <pc:inkChg chg="add mod">
          <ac:chgData name="Aliyan Ahmed Cheema" userId="30ac915479c30907" providerId="LiveId" clId="{6CD4AFE1-7E7A-49CB-9921-EA18E4BB969F}" dt="2025-10-13T16:15:28.376" v="38"/>
          <ac:inkMkLst>
            <pc:docMk/>
            <pc:sldMk cId="3585193372" sldId="384"/>
            <ac:inkMk id="50" creationId="{339CB813-D55F-4286-EA02-1BEE74B55DDF}"/>
          </ac:inkMkLst>
        </pc:inkChg>
        <pc:inkChg chg="add mod">
          <ac:chgData name="Aliyan Ahmed Cheema" userId="30ac915479c30907" providerId="LiveId" clId="{6CD4AFE1-7E7A-49CB-9921-EA18E4BB969F}" dt="2025-10-13T16:15:28.376" v="38"/>
          <ac:inkMkLst>
            <pc:docMk/>
            <pc:sldMk cId="3585193372" sldId="384"/>
            <ac:inkMk id="51" creationId="{6A7BF423-8886-DF24-C97E-65DAD00CD58A}"/>
          </ac:inkMkLst>
        </pc:inkChg>
        <pc:inkChg chg="add mod">
          <ac:chgData name="Aliyan Ahmed Cheema" userId="30ac915479c30907" providerId="LiveId" clId="{6CD4AFE1-7E7A-49CB-9921-EA18E4BB969F}" dt="2025-10-13T16:15:28.376" v="38"/>
          <ac:inkMkLst>
            <pc:docMk/>
            <pc:sldMk cId="3585193372" sldId="384"/>
            <ac:inkMk id="52" creationId="{FD3008EE-B01D-BD2B-14E7-CD120ED85DBD}"/>
          </ac:inkMkLst>
        </pc:inkChg>
        <pc:inkChg chg="add mod">
          <ac:chgData name="Aliyan Ahmed Cheema" userId="30ac915479c30907" providerId="LiveId" clId="{6CD4AFE1-7E7A-49CB-9921-EA18E4BB969F}" dt="2025-10-13T16:15:28.376" v="38"/>
          <ac:inkMkLst>
            <pc:docMk/>
            <pc:sldMk cId="3585193372" sldId="384"/>
            <ac:inkMk id="53" creationId="{7DC6BEA0-B947-71DA-6736-B2C1D55CD1A0}"/>
          </ac:inkMkLst>
        </pc:inkChg>
        <pc:inkChg chg="add">
          <ac:chgData name="Aliyan Ahmed Cheema" userId="30ac915479c30907" providerId="LiveId" clId="{6CD4AFE1-7E7A-49CB-9921-EA18E4BB969F}" dt="2025-10-13T16:15:30.623" v="39" actId="9405"/>
          <ac:inkMkLst>
            <pc:docMk/>
            <pc:sldMk cId="3585193372" sldId="384"/>
            <ac:inkMk id="56" creationId="{DEB456B8-EB37-0716-B443-B077DC344E99}"/>
          </ac:inkMkLst>
        </pc:inkChg>
        <pc:inkChg chg="add mod">
          <ac:chgData name="Aliyan Ahmed Cheema" userId="30ac915479c30907" providerId="LiveId" clId="{6CD4AFE1-7E7A-49CB-9921-EA18E4BB969F}" dt="2025-10-13T16:15:42.005" v="53"/>
          <ac:inkMkLst>
            <pc:docMk/>
            <pc:sldMk cId="3585193372" sldId="384"/>
            <ac:inkMk id="57" creationId="{F8E9FD06-A636-6C5C-739E-ACB3C366C676}"/>
          </ac:inkMkLst>
        </pc:inkChg>
        <pc:inkChg chg="add mod">
          <ac:chgData name="Aliyan Ahmed Cheema" userId="30ac915479c30907" providerId="LiveId" clId="{6CD4AFE1-7E7A-49CB-9921-EA18E4BB969F}" dt="2025-10-13T16:15:42.005" v="53"/>
          <ac:inkMkLst>
            <pc:docMk/>
            <pc:sldMk cId="3585193372" sldId="384"/>
            <ac:inkMk id="58" creationId="{DD2D5A77-777D-1531-5F5B-4EF6DD4BDCC5}"/>
          </ac:inkMkLst>
        </pc:inkChg>
        <pc:inkChg chg="add mod">
          <ac:chgData name="Aliyan Ahmed Cheema" userId="30ac915479c30907" providerId="LiveId" clId="{6CD4AFE1-7E7A-49CB-9921-EA18E4BB969F}" dt="2025-10-13T16:15:42.005" v="53"/>
          <ac:inkMkLst>
            <pc:docMk/>
            <pc:sldMk cId="3585193372" sldId="384"/>
            <ac:inkMk id="60" creationId="{DC2760A0-73DA-2E11-6596-4690E37736EF}"/>
          </ac:inkMkLst>
        </pc:inkChg>
        <pc:inkChg chg="add mod">
          <ac:chgData name="Aliyan Ahmed Cheema" userId="30ac915479c30907" providerId="LiveId" clId="{6CD4AFE1-7E7A-49CB-9921-EA18E4BB969F}" dt="2025-10-13T16:15:42.005" v="53"/>
          <ac:inkMkLst>
            <pc:docMk/>
            <pc:sldMk cId="3585193372" sldId="384"/>
            <ac:inkMk id="62" creationId="{3D7C34B3-5AAD-5C04-DFA4-8119D02C8921}"/>
          </ac:inkMkLst>
        </pc:inkChg>
        <pc:inkChg chg="add">
          <ac:chgData name="Aliyan Ahmed Cheema" userId="30ac915479c30907" providerId="LiveId" clId="{6CD4AFE1-7E7A-49CB-9921-EA18E4BB969F}" dt="2025-10-13T16:15:37.051" v="46" actId="9405"/>
          <ac:inkMkLst>
            <pc:docMk/>
            <pc:sldMk cId="3585193372" sldId="384"/>
            <ac:inkMk id="63" creationId="{BF66F348-AA70-DD9C-B61C-4E7775FF1651}"/>
          </ac:inkMkLst>
        </pc:inkChg>
        <pc:inkChg chg="add">
          <ac:chgData name="Aliyan Ahmed Cheema" userId="30ac915479c30907" providerId="LiveId" clId="{6CD4AFE1-7E7A-49CB-9921-EA18E4BB969F}" dt="2025-10-13T16:15:38.343" v="47" actId="9405"/>
          <ac:inkMkLst>
            <pc:docMk/>
            <pc:sldMk cId="3585193372" sldId="384"/>
            <ac:inkMk id="64" creationId="{8ABCD7FB-EFC7-EEBF-5965-24A2C0C2792A}"/>
          </ac:inkMkLst>
        </pc:inkChg>
        <pc:inkChg chg="add del">
          <ac:chgData name="Aliyan Ahmed Cheema" userId="30ac915479c30907" providerId="LiveId" clId="{6CD4AFE1-7E7A-49CB-9921-EA18E4BB969F}" dt="2025-10-13T16:15:39.911" v="49"/>
          <ac:inkMkLst>
            <pc:docMk/>
            <pc:sldMk cId="3585193372" sldId="384"/>
            <ac:inkMk id="65" creationId="{25A24675-3256-1897-D2C3-7974FA2D722A}"/>
          </ac:inkMkLst>
        </pc:inkChg>
        <pc:inkChg chg="add mod">
          <ac:chgData name="Aliyan Ahmed Cheema" userId="30ac915479c30907" providerId="LiveId" clId="{6CD4AFE1-7E7A-49CB-9921-EA18E4BB969F}" dt="2025-10-13T16:15:40.205" v="50"/>
          <ac:inkMkLst>
            <pc:docMk/>
            <pc:sldMk cId="3585193372" sldId="384"/>
            <ac:inkMk id="66" creationId="{3D61A5F0-FD63-3875-35FF-164E7CC9A925}"/>
          </ac:inkMkLst>
        </pc:inkChg>
        <pc:inkChg chg="add del">
          <ac:chgData name="Aliyan Ahmed Cheema" userId="30ac915479c30907" providerId="LiveId" clId="{6CD4AFE1-7E7A-49CB-9921-EA18E4BB969F}" dt="2025-10-13T16:15:41.745" v="52" actId="9405"/>
          <ac:inkMkLst>
            <pc:docMk/>
            <pc:sldMk cId="3585193372" sldId="384"/>
            <ac:inkMk id="67" creationId="{F9CED30E-5497-36EA-56A1-339A9CDD9331}"/>
          </ac:inkMkLst>
        </pc:inkChg>
        <pc:inkChg chg="add del">
          <ac:chgData name="Aliyan Ahmed Cheema" userId="30ac915479c30907" providerId="LiveId" clId="{6CD4AFE1-7E7A-49CB-9921-EA18E4BB969F}" dt="2025-10-13T16:15:43.437" v="55" actId="9405"/>
          <ac:inkMkLst>
            <pc:docMk/>
            <pc:sldMk cId="3585193372" sldId="384"/>
            <ac:inkMk id="69" creationId="{968F237B-2AF1-2F51-5DAC-0A418BCB3AB6}"/>
          </ac:inkMkLst>
        </pc:inkChg>
        <pc:inkChg chg="add mod">
          <ac:chgData name="Aliyan Ahmed Cheema" userId="30ac915479c30907" providerId="LiveId" clId="{6CD4AFE1-7E7A-49CB-9921-EA18E4BB969F}" dt="2025-10-13T16:15:48.520" v="59"/>
          <ac:inkMkLst>
            <pc:docMk/>
            <pc:sldMk cId="3585193372" sldId="384"/>
            <ac:inkMk id="70" creationId="{F41A535C-5EFE-FC57-84DD-97B001ED9FC5}"/>
          </ac:inkMkLst>
        </pc:inkChg>
        <pc:inkChg chg="add mod">
          <ac:chgData name="Aliyan Ahmed Cheema" userId="30ac915479c30907" providerId="LiveId" clId="{6CD4AFE1-7E7A-49CB-9921-EA18E4BB969F}" dt="2025-10-13T16:15:48.520" v="59"/>
          <ac:inkMkLst>
            <pc:docMk/>
            <pc:sldMk cId="3585193372" sldId="384"/>
            <ac:inkMk id="71" creationId="{3A80414F-C3AD-3D9F-52F6-46041EC84446}"/>
          </ac:inkMkLst>
        </pc:inkChg>
        <pc:inkChg chg="add mod">
          <ac:chgData name="Aliyan Ahmed Cheema" userId="30ac915479c30907" providerId="LiveId" clId="{6CD4AFE1-7E7A-49CB-9921-EA18E4BB969F}" dt="2025-10-13T16:15:48.520" v="59"/>
          <ac:inkMkLst>
            <pc:docMk/>
            <pc:sldMk cId="3585193372" sldId="384"/>
            <ac:inkMk id="72" creationId="{C7A6298E-9634-FA83-A96F-DAB37807D595}"/>
          </ac:inkMkLst>
        </pc:inkChg>
        <pc:inkChg chg="add mod">
          <ac:chgData name="Aliyan Ahmed Cheema" userId="30ac915479c30907" providerId="LiveId" clId="{6CD4AFE1-7E7A-49CB-9921-EA18E4BB969F}" dt="2025-10-13T16:15:54.903" v="66"/>
          <ac:inkMkLst>
            <pc:docMk/>
            <pc:sldMk cId="3585193372" sldId="384"/>
            <ac:inkMk id="74" creationId="{DD7E0AF0-8E2E-E025-893C-85B56D2F2EE9}"/>
          </ac:inkMkLst>
        </pc:inkChg>
        <pc:inkChg chg="add mod">
          <ac:chgData name="Aliyan Ahmed Cheema" userId="30ac915479c30907" providerId="LiveId" clId="{6CD4AFE1-7E7A-49CB-9921-EA18E4BB969F}" dt="2025-10-13T16:15:54.903" v="66"/>
          <ac:inkMkLst>
            <pc:docMk/>
            <pc:sldMk cId="3585193372" sldId="384"/>
            <ac:inkMk id="75" creationId="{0B091FA5-277B-D0E9-A2CE-48CCD6726230}"/>
          </ac:inkMkLst>
        </pc:inkChg>
        <pc:inkChg chg="add mod">
          <ac:chgData name="Aliyan Ahmed Cheema" userId="30ac915479c30907" providerId="LiveId" clId="{6CD4AFE1-7E7A-49CB-9921-EA18E4BB969F}" dt="2025-10-13T16:15:54.903" v="66"/>
          <ac:inkMkLst>
            <pc:docMk/>
            <pc:sldMk cId="3585193372" sldId="384"/>
            <ac:inkMk id="77" creationId="{3270EB16-FE33-053C-5282-90B985AB2732}"/>
          </ac:inkMkLst>
        </pc:inkChg>
        <pc:inkChg chg="add mod">
          <ac:chgData name="Aliyan Ahmed Cheema" userId="30ac915479c30907" providerId="LiveId" clId="{6CD4AFE1-7E7A-49CB-9921-EA18E4BB969F}" dt="2025-10-13T16:15:54.903" v="66"/>
          <ac:inkMkLst>
            <pc:docMk/>
            <pc:sldMk cId="3585193372" sldId="384"/>
            <ac:inkMk id="78" creationId="{EF16754F-EC3B-93DC-9102-5CC81E9F980B}"/>
          </ac:inkMkLst>
        </pc:inkChg>
        <pc:inkChg chg="add mod">
          <ac:chgData name="Aliyan Ahmed Cheema" userId="30ac915479c30907" providerId="LiveId" clId="{6CD4AFE1-7E7A-49CB-9921-EA18E4BB969F}" dt="2025-10-13T16:15:54.903" v="66"/>
          <ac:inkMkLst>
            <pc:docMk/>
            <pc:sldMk cId="3585193372" sldId="384"/>
            <ac:inkMk id="79" creationId="{02F1825C-89A0-7A00-B0D1-9C36E641CE20}"/>
          </ac:inkMkLst>
        </pc:inkChg>
        <pc:inkChg chg="add mod">
          <ac:chgData name="Aliyan Ahmed Cheema" userId="30ac915479c30907" providerId="LiveId" clId="{6CD4AFE1-7E7A-49CB-9921-EA18E4BB969F}" dt="2025-10-13T16:16:19.269" v="85"/>
          <ac:inkMkLst>
            <pc:docMk/>
            <pc:sldMk cId="3585193372" sldId="384"/>
            <ac:inkMk id="81" creationId="{1CE2468B-7B51-F763-A6EA-98288BD2D530}"/>
          </ac:inkMkLst>
        </pc:inkChg>
        <pc:inkChg chg="add mod">
          <ac:chgData name="Aliyan Ahmed Cheema" userId="30ac915479c30907" providerId="LiveId" clId="{6CD4AFE1-7E7A-49CB-9921-EA18E4BB969F}" dt="2025-10-13T16:16:14.645" v="82"/>
          <ac:inkMkLst>
            <pc:docMk/>
            <pc:sldMk cId="3585193372" sldId="384"/>
            <ac:inkMk id="82" creationId="{8C51406F-8EC7-7F62-23B7-991A2CC03397}"/>
          </ac:inkMkLst>
        </pc:inkChg>
        <pc:inkChg chg="add mod">
          <ac:chgData name="Aliyan Ahmed Cheema" userId="30ac915479c30907" providerId="LiveId" clId="{6CD4AFE1-7E7A-49CB-9921-EA18E4BB969F}" dt="2025-10-13T16:16:19.269" v="85"/>
          <ac:inkMkLst>
            <pc:docMk/>
            <pc:sldMk cId="3585193372" sldId="384"/>
            <ac:inkMk id="83" creationId="{33C5C712-6E3F-D792-8B1F-1A9E82A6B487}"/>
          </ac:inkMkLst>
        </pc:inkChg>
        <pc:inkChg chg="add mod">
          <ac:chgData name="Aliyan Ahmed Cheema" userId="30ac915479c30907" providerId="LiveId" clId="{6CD4AFE1-7E7A-49CB-9921-EA18E4BB969F}" dt="2025-10-13T16:16:19.269" v="85"/>
          <ac:inkMkLst>
            <pc:docMk/>
            <pc:sldMk cId="3585193372" sldId="384"/>
            <ac:inkMk id="84" creationId="{D74CDAE2-5537-8A41-AF7A-F6A799D5E641}"/>
          </ac:inkMkLst>
        </pc:inkChg>
        <pc:inkChg chg="add mod">
          <ac:chgData name="Aliyan Ahmed Cheema" userId="30ac915479c30907" providerId="LiveId" clId="{6CD4AFE1-7E7A-49CB-9921-EA18E4BB969F}" dt="2025-10-13T16:16:19.269" v="85"/>
          <ac:inkMkLst>
            <pc:docMk/>
            <pc:sldMk cId="3585193372" sldId="384"/>
            <ac:inkMk id="85" creationId="{D8EBAA5F-60DA-9E34-4E4B-2DAF61BEF5AE}"/>
          </ac:inkMkLst>
        </pc:inkChg>
        <pc:inkChg chg="add">
          <ac:chgData name="Aliyan Ahmed Cheema" userId="30ac915479c30907" providerId="LiveId" clId="{6CD4AFE1-7E7A-49CB-9921-EA18E4BB969F}" dt="2025-10-13T16:16:01.640" v="72" actId="9405"/>
          <ac:inkMkLst>
            <pc:docMk/>
            <pc:sldMk cId="3585193372" sldId="384"/>
            <ac:inkMk id="86" creationId="{45882F9B-A3CA-1274-76AF-CF1867E3AEA5}"/>
          </ac:inkMkLst>
        </pc:inkChg>
        <pc:inkChg chg="add mod">
          <ac:chgData name="Aliyan Ahmed Cheema" userId="30ac915479c30907" providerId="LiveId" clId="{6CD4AFE1-7E7A-49CB-9921-EA18E4BB969F}" dt="2025-10-13T16:16:07.825" v="77"/>
          <ac:inkMkLst>
            <pc:docMk/>
            <pc:sldMk cId="3585193372" sldId="384"/>
            <ac:inkMk id="87" creationId="{5A7DB5E4-99A3-193B-910E-E4B5B4A67B77}"/>
          </ac:inkMkLst>
        </pc:inkChg>
        <pc:inkChg chg="add mod">
          <ac:chgData name="Aliyan Ahmed Cheema" userId="30ac915479c30907" providerId="LiveId" clId="{6CD4AFE1-7E7A-49CB-9921-EA18E4BB969F}" dt="2025-10-13T16:16:19.269" v="85"/>
          <ac:inkMkLst>
            <pc:docMk/>
            <pc:sldMk cId="3585193372" sldId="384"/>
            <ac:inkMk id="88" creationId="{60DE53DF-F4CF-5984-A836-BDFD18FD6205}"/>
          </ac:inkMkLst>
        </pc:inkChg>
        <pc:inkChg chg="add mod">
          <ac:chgData name="Aliyan Ahmed Cheema" userId="30ac915479c30907" providerId="LiveId" clId="{6CD4AFE1-7E7A-49CB-9921-EA18E4BB969F}" dt="2025-10-13T16:16:07.825" v="77"/>
          <ac:inkMkLst>
            <pc:docMk/>
            <pc:sldMk cId="3585193372" sldId="384"/>
            <ac:inkMk id="89" creationId="{6BA4735A-F326-58CB-DC34-56E57D86598D}"/>
          </ac:inkMkLst>
        </pc:inkChg>
        <pc:inkChg chg="add mod">
          <ac:chgData name="Aliyan Ahmed Cheema" userId="30ac915479c30907" providerId="LiveId" clId="{6CD4AFE1-7E7A-49CB-9921-EA18E4BB969F}" dt="2025-10-13T16:16:19.269" v="85"/>
          <ac:inkMkLst>
            <pc:docMk/>
            <pc:sldMk cId="3585193372" sldId="384"/>
            <ac:inkMk id="90" creationId="{AD246041-1FDA-D8B1-B434-21E634E6EA94}"/>
          </ac:inkMkLst>
        </pc:inkChg>
        <pc:inkChg chg="add">
          <ac:chgData name="Aliyan Ahmed Cheema" userId="30ac915479c30907" providerId="LiveId" clId="{6CD4AFE1-7E7A-49CB-9921-EA18E4BB969F}" dt="2025-10-13T16:16:09.247" v="78" actId="9405"/>
          <ac:inkMkLst>
            <pc:docMk/>
            <pc:sldMk cId="3585193372" sldId="384"/>
            <ac:inkMk id="92" creationId="{0E46A51B-A913-CC4E-168B-DF30243AA554}"/>
          </ac:inkMkLst>
        </pc:inkChg>
        <pc:inkChg chg="add mod">
          <ac:chgData name="Aliyan Ahmed Cheema" userId="30ac915479c30907" providerId="LiveId" clId="{6CD4AFE1-7E7A-49CB-9921-EA18E4BB969F}" dt="2025-10-13T16:16:19.269" v="85"/>
          <ac:inkMkLst>
            <pc:docMk/>
            <pc:sldMk cId="3585193372" sldId="384"/>
            <ac:inkMk id="93" creationId="{3CC8ADAC-763B-8434-CB10-B19CA775F15E}"/>
          </ac:inkMkLst>
        </pc:inkChg>
        <pc:inkChg chg="add">
          <ac:chgData name="Aliyan Ahmed Cheema" userId="30ac915479c30907" providerId="LiveId" clId="{6CD4AFE1-7E7A-49CB-9921-EA18E4BB969F}" dt="2025-10-13T16:16:13.696" v="81" actId="9405"/>
          <ac:inkMkLst>
            <pc:docMk/>
            <pc:sldMk cId="3585193372" sldId="384"/>
            <ac:inkMk id="95" creationId="{CBF6B675-8A68-54A2-1102-B7DA4490A2CB}"/>
          </ac:inkMkLst>
        </pc:inkChg>
        <pc:inkChg chg="add">
          <ac:chgData name="Aliyan Ahmed Cheema" userId="30ac915479c30907" providerId="LiveId" clId="{6CD4AFE1-7E7A-49CB-9921-EA18E4BB969F}" dt="2025-10-13T16:16:16.118" v="83" actId="9405"/>
          <ac:inkMkLst>
            <pc:docMk/>
            <pc:sldMk cId="3585193372" sldId="384"/>
            <ac:inkMk id="97" creationId="{A47C0308-E376-74D2-CAFE-88F2128282FE}"/>
          </ac:inkMkLst>
        </pc:inkChg>
        <pc:inkChg chg="add mod">
          <ac:chgData name="Aliyan Ahmed Cheema" userId="30ac915479c30907" providerId="LiveId" clId="{6CD4AFE1-7E7A-49CB-9921-EA18E4BB969F}" dt="2025-10-13T16:16:19.269" v="85"/>
          <ac:inkMkLst>
            <pc:docMk/>
            <pc:sldMk cId="3585193372" sldId="384"/>
            <ac:inkMk id="98" creationId="{DA4C203E-C7C8-6904-B4DE-3AFD13B001F7}"/>
          </ac:inkMkLst>
        </pc:inkChg>
        <pc:inkChg chg="add del mod">
          <ac:chgData name="Aliyan Ahmed Cheema" userId="30ac915479c30907" providerId="LiveId" clId="{6CD4AFE1-7E7A-49CB-9921-EA18E4BB969F}" dt="2025-10-13T16:22:26.895" v="191"/>
          <ac:inkMkLst>
            <pc:docMk/>
            <pc:sldMk cId="3585193372" sldId="384"/>
            <ac:inkMk id="100" creationId="{A1D7819C-FB33-9577-2E20-85063E19F94D}"/>
          </ac:inkMkLst>
        </pc:inkChg>
        <pc:inkChg chg="add del mod">
          <ac:chgData name="Aliyan Ahmed Cheema" userId="30ac915479c30907" providerId="LiveId" clId="{6CD4AFE1-7E7A-49CB-9921-EA18E4BB969F}" dt="2025-10-13T16:22:26.895" v="190"/>
          <ac:inkMkLst>
            <pc:docMk/>
            <pc:sldMk cId="3585193372" sldId="384"/>
            <ac:inkMk id="101" creationId="{C724DD9A-B5BF-330C-2BC1-E0A05E25BA6C}"/>
          </ac:inkMkLst>
        </pc:inkChg>
        <pc:inkChg chg="add mod">
          <ac:chgData name="Aliyan Ahmed Cheema" userId="30ac915479c30907" providerId="LiveId" clId="{6CD4AFE1-7E7A-49CB-9921-EA18E4BB969F}" dt="2025-10-13T16:16:36.697" v="92"/>
          <ac:inkMkLst>
            <pc:docMk/>
            <pc:sldMk cId="3585193372" sldId="384"/>
            <ac:inkMk id="103" creationId="{468650B9-BE6D-A15A-F82F-1E2D7940B9F7}"/>
          </ac:inkMkLst>
        </pc:inkChg>
        <pc:inkChg chg="add mod">
          <ac:chgData name="Aliyan Ahmed Cheema" userId="30ac915479c30907" providerId="LiveId" clId="{6CD4AFE1-7E7A-49CB-9921-EA18E4BB969F}" dt="2025-10-13T16:16:36.697" v="92"/>
          <ac:inkMkLst>
            <pc:docMk/>
            <pc:sldMk cId="3585193372" sldId="384"/>
            <ac:inkMk id="104" creationId="{445364BC-6116-F2CD-10F4-AC9F04BC84BE}"/>
          </ac:inkMkLst>
        </pc:inkChg>
        <pc:inkChg chg="add mod">
          <ac:chgData name="Aliyan Ahmed Cheema" userId="30ac915479c30907" providerId="LiveId" clId="{6CD4AFE1-7E7A-49CB-9921-EA18E4BB969F}" dt="2025-10-13T16:16:36.697" v="92"/>
          <ac:inkMkLst>
            <pc:docMk/>
            <pc:sldMk cId="3585193372" sldId="384"/>
            <ac:inkMk id="105" creationId="{8A7DD21B-5CE3-A03A-A0DF-BCCE53015DE9}"/>
          </ac:inkMkLst>
        </pc:inkChg>
        <pc:inkChg chg="add mod">
          <ac:chgData name="Aliyan Ahmed Cheema" userId="30ac915479c30907" providerId="LiveId" clId="{6CD4AFE1-7E7A-49CB-9921-EA18E4BB969F}" dt="2025-10-13T16:16:39.867" v="95"/>
          <ac:inkMkLst>
            <pc:docMk/>
            <pc:sldMk cId="3585193372" sldId="384"/>
            <ac:inkMk id="107" creationId="{591A0EBC-65DB-7FC2-CADB-17373FE258AE}"/>
          </ac:inkMkLst>
        </pc:inkChg>
        <pc:inkChg chg="add mod">
          <ac:chgData name="Aliyan Ahmed Cheema" userId="30ac915479c30907" providerId="LiveId" clId="{6CD4AFE1-7E7A-49CB-9921-EA18E4BB969F}" dt="2025-10-13T16:16:39.867" v="95"/>
          <ac:inkMkLst>
            <pc:docMk/>
            <pc:sldMk cId="3585193372" sldId="384"/>
            <ac:inkMk id="108" creationId="{F8CC84AC-E967-E55E-E22F-E7DB9E5F38B7}"/>
          </ac:inkMkLst>
        </pc:inkChg>
        <pc:inkChg chg="add mod">
          <ac:chgData name="Aliyan Ahmed Cheema" userId="30ac915479c30907" providerId="LiveId" clId="{6CD4AFE1-7E7A-49CB-9921-EA18E4BB969F}" dt="2025-10-13T16:16:53.362" v="104"/>
          <ac:inkMkLst>
            <pc:docMk/>
            <pc:sldMk cId="3585193372" sldId="384"/>
            <ac:inkMk id="110" creationId="{6A4B30F0-E096-5B11-7A7E-D6A4A560C23E}"/>
          </ac:inkMkLst>
        </pc:inkChg>
        <pc:inkChg chg="add mod">
          <ac:chgData name="Aliyan Ahmed Cheema" userId="30ac915479c30907" providerId="LiveId" clId="{6CD4AFE1-7E7A-49CB-9921-EA18E4BB969F}" dt="2025-10-13T16:16:53.362" v="104"/>
          <ac:inkMkLst>
            <pc:docMk/>
            <pc:sldMk cId="3585193372" sldId="384"/>
            <ac:inkMk id="111" creationId="{67CEAAEA-BAF0-FA4D-6B15-03A6DE6AE6F5}"/>
          </ac:inkMkLst>
        </pc:inkChg>
        <pc:inkChg chg="add mod">
          <ac:chgData name="Aliyan Ahmed Cheema" userId="30ac915479c30907" providerId="LiveId" clId="{6CD4AFE1-7E7A-49CB-9921-EA18E4BB969F}" dt="2025-10-13T16:16:53.362" v="104"/>
          <ac:inkMkLst>
            <pc:docMk/>
            <pc:sldMk cId="3585193372" sldId="384"/>
            <ac:inkMk id="112" creationId="{E9D6E5A8-5446-5AA7-115C-5CB1E9E07F69}"/>
          </ac:inkMkLst>
        </pc:inkChg>
        <pc:inkChg chg="add mod">
          <ac:chgData name="Aliyan Ahmed Cheema" userId="30ac915479c30907" providerId="LiveId" clId="{6CD4AFE1-7E7A-49CB-9921-EA18E4BB969F}" dt="2025-10-13T16:16:53.362" v="104"/>
          <ac:inkMkLst>
            <pc:docMk/>
            <pc:sldMk cId="3585193372" sldId="384"/>
            <ac:inkMk id="113" creationId="{08C5F8DA-06EA-FFA8-822F-A4E06BCBC08A}"/>
          </ac:inkMkLst>
        </pc:inkChg>
        <pc:inkChg chg="add mod">
          <ac:chgData name="Aliyan Ahmed Cheema" userId="30ac915479c30907" providerId="LiveId" clId="{6CD4AFE1-7E7A-49CB-9921-EA18E4BB969F}" dt="2025-10-13T16:16:53.362" v="104"/>
          <ac:inkMkLst>
            <pc:docMk/>
            <pc:sldMk cId="3585193372" sldId="384"/>
            <ac:inkMk id="115" creationId="{E8DAB0E2-BB5D-089A-1E62-B0E355100C1E}"/>
          </ac:inkMkLst>
        </pc:inkChg>
        <pc:inkChg chg="add mod">
          <ac:chgData name="Aliyan Ahmed Cheema" userId="30ac915479c30907" providerId="LiveId" clId="{6CD4AFE1-7E7A-49CB-9921-EA18E4BB969F}" dt="2025-10-13T16:16:53.362" v="104"/>
          <ac:inkMkLst>
            <pc:docMk/>
            <pc:sldMk cId="3585193372" sldId="384"/>
            <ac:inkMk id="116" creationId="{3272374C-9A07-342B-989A-FB12201AD457}"/>
          </ac:inkMkLst>
        </pc:inkChg>
        <pc:inkChg chg="add mod">
          <ac:chgData name="Aliyan Ahmed Cheema" userId="30ac915479c30907" providerId="LiveId" clId="{6CD4AFE1-7E7A-49CB-9921-EA18E4BB969F}" dt="2025-10-13T16:16:53.362" v="104"/>
          <ac:inkMkLst>
            <pc:docMk/>
            <pc:sldMk cId="3585193372" sldId="384"/>
            <ac:inkMk id="117" creationId="{4CCA8CEA-5F71-7604-39F3-4CF3EF08C6B2}"/>
          </ac:inkMkLst>
        </pc:inkChg>
        <pc:inkChg chg="add mod">
          <ac:chgData name="Aliyan Ahmed Cheema" userId="30ac915479c30907" providerId="LiveId" clId="{6CD4AFE1-7E7A-49CB-9921-EA18E4BB969F}" dt="2025-10-13T16:17:06.125" v="116"/>
          <ac:inkMkLst>
            <pc:docMk/>
            <pc:sldMk cId="3585193372" sldId="384"/>
            <ac:inkMk id="120" creationId="{1A55934C-3F49-6052-33EC-F6349B176495}"/>
          </ac:inkMkLst>
        </pc:inkChg>
        <pc:inkChg chg="add mod">
          <ac:chgData name="Aliyan Ahmed Cheema" userId="30ac915479c30907" providerId="LiveId" clId="{6CD4AFE1-7E7A-49CB-9921-EA18E4BB969F}" dt="2025-10-13T16:17:06.125" v="116"/>
          <ac:inkMkLst>
            <pc:docMk/>
            <pc:sldMk cId="3585193372" sldId="384"/>
            <ac:inkMk id="121" creationId="{1F490197-DC7A-1719-81BA-8FE475C6ECD1}"/>
          </ac:inkMkLst>
        </pc:inkChg>
        <pc:inkChg chg="add mod">
          <ac:chgData name="Aliyan Ahmed Cheema" userId="30ac915479c30907" providerId="LiveId" clId="{6CD4AFE1-7E7A-49CB-9921-EA18E4BB969F}" dt="2025-10-13T16:17:06.125" v="116"/>
          <ac:inkMkLst>
            <pc:docMk/>
            <pc:sldMk cId="3585193372" sldId="384"/>
            <ac:inkMk id="122" creationId="{6E25DE77-0782-1CC9-04C1-D308E7419A5C}"/>
          </ac:inkMkLst>
        </pc:inkChg>
        <pc:inkChg chg="add mod">
          <ac:chgData name="Aliyan Ahmed Cheema" userId="30ac915479c30907" providerId="LiveId" clId="{6CD4AFE1-7E7A-49CB-9921-EA18E4BB969F}" dt="2025-10-13T16:17:19.715" v="128"/>
          <ac:inkMkLst>
            <pc:docMk/>
            <pc:sldMk cId="3585193372" sldId="384"/>
            <ac:inkMk id="123" creationId="{D5669734-BDEB-6B5E-A44D-9452049B3C7E}"/>
          </ac:inkMkLst>
        </pc:inkChg>
        <pc:inkChg chg="add mod">
          <ac:chgData name="Aliyan Ahmed Cheema" userId="30ac915479c30907" providerId="LiveId" clId="{6CD4AFE1-7E7A-49CB-9921-EA18E4BB969F}" dt="2025-10-13T16:17:13.321" v="122"/>
          <ac:inkMkLst>
            <pc:docMk/>
            <pc:sldMk cId="3585193372" sldId="384"/>
            <ac:inkMk id="124" creationId="{EC7E5664-AEF5-FEE2-1C1B-D5DEEDA7F565}"/>
          </ac:inkMkLst>
        </pc:inkChg>
        <pc:inkChg chg="add mod">
          <ac:chgData name="Aliyan Ahmed Cheema" userId="30ac915479c30907" providerId="LiveId" clId="{6CD4AFE1-7E7A-49CB-9921-EA18E4BB969F}" dt="2025-10-13T16:17:19.715" v="128"/>
          <ac:inkMkLst>
            <pc:docMk/>
            <pc:sldMk cId="3585193372" sldId="384"/>
            <ac:inkMk id="125" creationId="{4D9A8160-F248-4B79-EB55-3613ABEC890A}"/>
          </ac:inkMkLst>
        </pc:inkChg>
        <pc:inkChg chg="add mod">
          <ac:chgData name="Aliyan Ahmed Cheema" userId="30ac915479c30907" providerId="LiveId" clId="{6CD4AFE1-7E7A-49CB-9921-EA18E4BB969F}" dt="2025-10-13T16:17:19.715" v="128"/>
          <ac:inkMkLst>
            <pc:docMk/>
            <pc:sldMk cId="3585193372" sldId="384"/>
            <ac:inkMk id="127" creationId="{27A33325-4FDC-31B1-43C0-F1E602B513D0}"/>
          </ac:inkMkLst>
        </pc:inkChg>
        <pc:inkChg chg="add del mod">
          <ac:chgData name="Aliyan Ahmed Cheema" userId="30ac915479c30907" providerId="LiveId" clId="{6CD4AFE1-7E7A-49CB-9921-EA18E4BB969F}" dt="2025-10-13T16:17:06.125" v="116"/>
          <ac:inkMkLst>
            <pc:docMk/>
            <pc:sldMk cId="3585193372" sldId="384"/>
            <ac:inkMk id="128" creationId="{C54D8105-392C-F8EA-82BC-70AAD22D6FA8}"/>
          </ac:inkMkLst>
        </pc:inkChg>
        <pc:inkChg chg="add">
          <ac:chgData name="Aliyan Ahmed Cheema" userId="30ac915479c30907" providerId="LiveId" clId="{6CD4AFE1-7E7A-49CB-9921-EA18E4BB969F}" dt="2025-10-13T16:17:08.341" v="117" actId="9405"/>
          <ac:inkMkLst>
            <pc:docMk/>
            <pc:sldMk cId="3585193372" sldId="384"/>
            <ac:inkMk id="130" creationId="{BDBFA10A-3C10-0BB1-EAA0-4459CECAC884}"/>
          </ac:inkMkLst>
        </pc:inkChg>
        <pc:inkChg chg="add mod">
          <ac:chgData name="Aliyan Ahmed Cheema" userId="30ac915479c30907" providerId="LiveId" clId="{6CD4AFE1-7E7A-49CB-9921-EA18E4BB969F}" dt="2025-10-13T16:17:19.715" v="128"/>
          <ac:inkMkLst>
            <pc:docMk/>
            <pc:sldMk cId="3585193372" sldId="384"/>
            <ac:inkMk id="131" creationId="{EEFC3319-EA90-C033-C54C-6CDBEC646180}"/>
          </ac:inkMkLst>
        </pc:inkChg>
        <pc:inkChg chg="add mod">
          <ac:chgData name="Aliyan Ahmed Cheema" userId="30ac915479c30907" providerId="LiveId" clId="{6CD4AFE1-7E7A-49CB-9921-EA18E4BB969F}" dt="2025-10-13T16:17:19.715" v="128"/>
          <ac:inkMkLst>
            <pc:docMk/>
            <pc:sldMk cId="3585193372" sldId="384"/>
            <ac:inkMk id="132" creationId="{E7354990-CE47-81DD-40BF-24621F2AF2AD}"/>
          </ac:inkMkLst>
        </pc:inkChg>
        <pc:inkChg chg="add mod">
          <ac:chgData name="Aliyan Ahmed Cheema" userId="30ac915479c30907" providerId="LiveId" clId="{6CD4AFE1-7E7A-49CB-9921-EA18E4BB969F}" dt="2025-10-13T16:17:19.715" v="128"/>
          <ac:inkMkLst>
            <pc:docMk/>
            <pc:sldMk cId="3585193372" sldId="384"/>
            <ac:inkMk id="133" creationId="{5A7AB700-C518-E39E-F4A4-7FC709036E6C}"/>
          </ac:inkMkLst>
        </pc:inkChg>
        <pc:inkChg chg="add mod">
          <ac:chgData name="Aliyan Ahmed Cheema" userId="30ac915479c30907" providerId="LiveId" clId="{6CD4AFE1-7E7A-49CB-9921-EA18E4BB969F}" dt="2025-10-13T16:17:19.715" v="128"/>
          <ac:inkMkLst>
            <pc:docMk/>
            <pc:sldMk cId="3585193372" sldId="384"/>
            <ac:inkMk id="134" creationId="{ECB165D9-6DD0-28EF-B330-33402A72AC6A}"/>
          </ac:inkMkLst>
        </pc:inkChg>
        <pc:inkChg chg="add del mod">
          <ac:chgData name="Aliyan Ahmed Cheema" userId="30ac915479c30907" providerId="LiveId" clId="{6CD4AFE1-7E7A-49CB-9921-EA18E4BB969F}" dt="2025-10-13T16:17:20.515" v="130" actId="9405"/>
          <ac:inkMkLst>
            <pc:docMk/>
            <pc:sldMk cId="3585193372" sldId="384"/>
            <ac:inkMk id="136" creationId="{263036F5-4813-333E-74A8-B4641C228F50}"/>
          </ac:inkMkLst>
        </pc:inkChg>
        <pc:inkChg chg="add del">
          <ac:chgData name="Aliyan Ahmed Cheema" userId="30ac915479c30907" providerId="LiveId" clId="{6CD4AFE1-7E7A-49CB-9921-EA18E4BB969F}" dt="2025-10-13T16:17:20.058" v="129" actId="9405"/>
          <ac:inkMkLst>
            <pc:docMk/>
            <pc:sldMk cId="3585193372" sldId="384"/>
            <ac:inkMk id="137" creationId="{AE1E8997-86B3-D8CD-E135-97CA527904E1}"/>
          </ac:inkMkLst>
        </pc:inkChg>
        <pc:inkChg chg="add del">
          <ac:chgData name="Aliyan Ahmed Cheema" userId="30ac915479c30907" providerId="LiveId" clId="{6CD4AFE1-7E7A-49CB-9921-EA18E4BB969F}" dt="2025-10-13T16:17:19.715" v="127" actId="9405"/>
          <ac:inkMkLst>
            <pc:docMk/>
            <pc:sldMk cId="3585193372" sldId="384"/>
            <ac:inkMk id="138" creationId="{3A1B48D2-2430-E284-691E-E83B4650CE56}"/>
          </ac:inkMkLst>
        </pc:inkChg>
        <pc:inkChg chg="add mod">
          <ac:chgData name="Aliyan Ahmed Cheema" userId="30ac915479c30907" providerId="LiveId" clId="{6CD4AFE1-7E7A-49CB-9921-EA18E4BB969F}" dt="2025-10-13T16:17:25.837" v="134"/>
          <ac:inkMkLst>
            <pc:docMk/>
            <pc:sldMk cId="3585193372" sldId="384"/>
            <ac:inkMk id="140" creationId="{06954BB9-1C5E-AF65-E133-C447D141D890}"/>
          </ac:inkMkLst>
        </pc:inkChg>
        <pc:inkChg chg="add mod">
          <ac:chgData name="Aliyan Ahmed Cheema" userId="30ac915479c30907" providerId="LiveId" clId="{6CD4AFE1-7E7A-49CB-9921-EA18E4BB969F}" dt="2025-10-13T16:17:25.837" v="134"/>
          <ac:inkMkLst>
            <pc:docMk/>
            <pc:sldMk cId="3585193372" sldId="384"/>
            <ac:inkMk id="141" creationId="{2D0067CF-8DBF-4593-B3F0-C155817345C0}"/>
          </ac:inkMkLst>
        </pc:inkChg>
        <pc:inkChg chg="add mod">
          <ac:chgData name="Aliyan Ahmed Cheema" userId="30ac915479c30907" providerId="LiveId" clId="{6CD4AFE1-7E7A-49CB-9921-EA18E4BB969F}" dt="2025-10-13T16:17:25.837" v="134"/>
          <ac:inkMkLst>
            <pc:docMk/>
            <pc:sldMk cId="3585193372" sldId="384"/>
            <ac:inkMk id="142" creationId="{5FD0956A-2560-A380-CA2E-5325E714B725}"/>
          </ac:inkMkLst>
        </pc:inkChg>
        <pc:inkChg chg="add del mod">
          <ac:chgData name="Aliyan Ahmed Cheema" userId="30ac915479c30907" providerId="LiveId" clId="{6CD4AFE1-7E7A-49CB-9921-EA18E4BB969F}" dt="2025-10-13T16:22:33.694" v="199"/>
          <ac:inkMkLst>
            <pc:docMk/>
            <pc:sldMk cId="3585193372" sldId="384"/>
            <ac:inkMk id="144" creationId="{58727BF8-D1AE-A2C4-0BC2-1CD5A0C4E4E0}"/>
          </ac:inkMkLst>
        </pc:inkChg>
        <pc:inkChg chg="add del mod">
          <ac:chgData name="Aliyan Ahmed Cheema" userId="30ac915479c30907" providerId="LiveId" clId="{6CD4AFE1-7E7A-49CB-9921-EA18E4BB969F}" dt="2025-10-13T16:22:33.694" v="206"/>
          <ac:inkMkLst>
            <pc:docMk/>
            <pc:sldMk cId="3585193372" sldId="384"/>
            <ac:inkMk id="145" creationId="{4D0189BC-C85E-9B95-EF36-FFEE59BB25D0}"/>
          </ac:inkMkLst>
        </pc:inkChg>
        <pc:inkChg chg="add del mod">
          <ac:chgData name="Aliyan Ahmed Cheema" userId="30ac915479c30907" providerId="LiveId" clId="{6CD4AFE1-7E7A-49CB-9921-EA18E4BB969F}" dt="2025-10-13T16:22:33.694" v="196"/>
          <ac:inkMkLst>
            <pc:docMk/>
            <pc:sldMk cId="3585193372" sldId="384"/>
            <ac:inkMk id="146" creationId="{040CBF35-C249-4D87-023A-E0A36404BB7D}"/>
          </ac:inkMkLst>
        </pc:inkChg>
        <pc:inkChg chg="add del mod">
          <ac:chgData name="Aliyan Ahmed Cheema" userId="30ac915479c30907" providerId="LiveId" clId="{6CD4AFE1-7E7A-49CB-9921-EA18E4BB969F}" dt="2025-10-13T16:22:33.694" v="197"/>
          <ac:inkMkLst>
            <pc:docMk/>
            <pc:sldMk cId="3585193372" sldId="384"/>
            <ac:inkMk id="147" creationId="{C0E14902-3984-D9C8-07CD-521B1EC5700A}"/>
          </ac:inkMkLst>
        </pc:inkChg>
        <pc:inkChg chg="add del mod">
          <ac:chgData name="Aliyan Ahmed Cheema" userId="30ac915479c30907" providerId="LiveId" clId="{6CD4AFE1-7E7A-49CB-9921-EA18E4BB969F}" dt="2025-10-13T16:22:33.694" v="194"/>
          <ac:inkMkLst>
            <pc:docMk/>
            <pc:sldMk cId="3585193372" sldId="384"/>
            <ac:inkMk id="148" creationId="{3FA0E894-F3A2-D790-2B01-F6F00831E83C}"/>
          </ac:inkMkLst>
        </pc:inkChg>
        <pc:inkChg chg="add del mod">
          <ac:chgData name="Aliyan Ahmed Cheema" userId="30ac915479c30907" providerId="LiveId" clId="{6CD4AFE1-7E7A-49CB-9921-EA18E4BB969F}" dt="2025-10-13T16:22:33.694" v="207"/>
          <ac:inkMkLst>
            <pc:docMk/>
            <pc:sldMk cId="3585193372" sldId="384"/>
            <ac:inkMk id="150" creationId="{8288C26F-76B7-3292-A065-AF4398ED60D0}"/>
          </ac:inkMkLst>
        </pc:inkChg>
        <pc:inkChg chg="add del mod">
          <ac:chgData name="Aliyan Ahmed Cheema" userId="30ac915479c30907" providerId="LiveId" clId="{6CD4AFE1-7E7A-49CB-9921-EA18E4BB969F}" dt="2025-10-13T16:22:33.694" v="198"/>
          <ac:inkMkLst>
            <pc:docMk/>
            <pc:sldMk cId="3585193372" sldId="384"/>
            <ac:inkMk id="151" creationId="{063D45C7-FDB9-393F-96CE-3B75C19A6963}"/>
          </ac:inkMkLst>
        </pc:inkChg>
        <pc:inkChg chg="add del mod">
          <ac:chgData name="Aliyan Ahmed Cheema" userId="30ac915479c30907" providerId="LiveId" clId="{6CD4AFE1-7E7A-49CB-9921-EA18E4BB969F}" dt="2025-10-13T16:22:33.694" v="209"/>
          <ac:inkMkLst>
            <pc:docMk/>
            <pc:sldMk cId="3585193372" sldId="384"/>
            <ac:inkMk id="152" creationId="{5B8C9E54-3811-D59D-BB78-5C06BA627AF0}"/>
          </ac:inkMkLst>
        </pc:inkChg>
        <pc:inkChg chg="add del mod">
          <ac:chgData name="Aliyan Ahmed Cheema" userId="30ac915479c30907" providerId="LiveId" clId="{6CD4AFE1-7E7A-49CB-9921-EA18E4BB969F}" dt="2025-10-13T16:22:33.694" v="201"/>
          <ac:inkMkLst>
            <pc:docMk/>
            <pc:sldMk cId="3585193372" sldId="384"/>
            <ac:inkMk id="153" creationId="{0C56AC36-A6B7-FF8F-C8C0-41B540F6BC49}"/>
          </ac:inkMkLst>
        </pc:inkChg>
        <pc:inkChg chg="add del">
          <ac:chgData name="Aliyan Ahmed Cheema" userId="30ac915479c30907" providerId="LiveId" clId="{6CD4AFE1-7E7A-49CB-9921-EA18E4BB969F}" dt="2025-10-13T16:17:48.655" v="153" actId="9405"/>
          <ac:inkMkLst>
            <pc:docMk/>
            <pc:sldMk cId="3585193372" sldId="384"/>
            <ac:inkMk id="155" creationId="{F6F25421-9895-7AA5-894B-ABA36D795857}"/>
          </ac:inkMkLst>
        </pc:inkChg>
        <pc:inkChg chg="add mod">
          <ac:chgData name="Aliyan Ahmed Cheema" userId="30ac915479c30907" providerId="LiveId" clId="{6CD4AFE1-7E7A-49CB-9921-EA18E4BB969F}" dt="2025-10-13T16:17:47.464" v="151"/>
          <ac:inkMkLst>
            <pc:docMk/>
            <pc:sldMk cId="3585193372" sldId="384"/>
            <ac:inkMk id="156" creationId="{16F1197B-0939-7CB0-7B50-52C6A06300CC}"/>
          </ac:inkMkLst>
        </pc:inkChg>
        <pc:inkChg chg="add del">
          <ac:chgData name="Aliyan Ahmed Cheema" userId="30ac915479c30907" providerId="LiveId" clId="{6CD4AFE1-7E7A-49CB-9921-EA18E4BB969F}" dt="2025-10-13T16:17:46.927" v="150" actId="9405"/>
          <ac:inkMkLst>
            <pc:docMk/>
            <pc:sldMk cId="3585193372" sldId="384"/>
            <ac:inkMk id="157" creationId="{5BD5CD6F-225A-A2E6-A4AA-7362B32C804A}"/>
          </ac:inkMkLst>
        </pc:inkChg>
        <pc:inkChg chg="add del mod">
          <ac:chgData name="Aliyan Ahmed Cheema" userId="30ac915479c30907" providerId="LiveId" clId="{6CD4AFE1-7E7A-49CB-9921-EA18E4BB969F}" dt="2025-10-13T16:17:55.036" v="159" actId="9405"/>
          <ac:inkMkLst>
            <pc:docMk/>
            <pc:sldMk cId="3585193372" sldId="384"/>
            <ac:inkMk id="158" creationId="{BA2A0F56-3C32-A4D5-CD0D-179F2EE63694}"/>
          </ac:inkMkLst>
        </pc:inkChg>
        <pc:inkChg chg="add del mod">
          <ac:chgData name="Aliyan Ahmed Cheema" userId="30ac915479c30907" providerId="LiveId" clId="{6CD4AFE1-7E7A-49CB-9921-EA18E4BB969F}" dt="2025-10-13T16:17:54.595" v="158"/>
          <ac:inkMkLst>
            <pc:docMk/>
            <pc:sldMk cId="3585193372" sldId="384"/>
            <ac:inkMk id="159" creationId="{F33F3145-B0B7-6B0C-6E86-F42C61DD4A88}"/>
          </ac:inkMkLst>
        </pc:inkChg>
        <pc:inkChg chg="add del mod">
          <ac:chgData name="Aliyan Ahmed Cheema" userId="30ac915479c30907" providerId="LiveId" clId="{6CD4AFE1-7E7A-49CB-9921-EA18E4BB969F}" dt="2025-10-13T16:22:33.694" v="200"/>
          <ac:inkMkLst>
            <pc:docMk/>
            <pc:sldMk cId="3585193372" sldId="384"/>
            <ac:inkMk id="161" creationId="{ADEEFA73-6950-074E-0E37-C72CA5533C00}"/>
          </ac:inkMkLst>
        </pc:inkChg>
        <pc:inkChg chg="add del mod">
          <ac:chgData name="Aliyan Ahmed Cheema" userId="30ac915479c30907" providerId="LiveId" clId="{6CD4AFE1-7E7A-49CB-9921-EA18E4BB969F}" dt="2025-10-13T16:22:33.694" v="205"/>
          <ac:inkMkLst>
            <pc:docMk/>
            <pc:sldMk cId="3585193372" sldId="384"/>
            <ac:inkMk id="162" creationId="{D0722A21-0B36-DAA5-7593-66114A090A04}"/>
          </ac:inkMkLst>
        </pc:inkChg>
        <pc:inkChg chg="add del mod">
          <ac:chgData name="Aliyan Ahmed Cheema" userId="30ac915479c30907" providerId="LiveId" clId="{6CD4AFE1-7E7A-49CB-9921-EA18E4BB969F}" dt="2025-10-13T16:22:33.694" v="203"/>
          <ac:inkMkLst>
            <pc:docMk/>
            <pc:sldMk cId="3585193372" sldId="384"/>
            <ac:inkMk id="163" creationId="{2F12F887-028F-879A-9CBC-B0C7C0B17F13}"/>
          </ac:inkMkLst>
        </pc:inkChg>
        <pc:inkChg chg="add del mod">
          <ac:chgData name="Aliyan Ahmed Cheema" userId="30ac915479c30907" providerId="LiveId" clId="{6CD4AFE1-7E7A-49CB-9921-EA18E4BB969F}" dt="2025-10-13T16:22:33.694" v="204"/>
          <ac:inkMkLst>
            <pc:docMk/>
            <pc:sldMk cId="3585193372" sldId="384"/>
            <ac:inkMk id="164" creationId="{41385CC1-F1DB-D520-BEEA-250D996341B4}"/>
          </ac:inkMkLst>
        </pc:inkChg>
        <pc:inkChg chg="add del mod">
          <ac:chgData name="Aliyan Ahmed Cheema" userId="30ac915479c30907" providerId="LiveId" clId="{6CD4AFE1-7E7A-49CB-9921-EA18E4BB969F}" dt="2025-10-13T16:22:33.694" v="195"/>
          <ac:inkMkLst>
            <pc:docMk/>
            <pc:sldMk cId="3585193372" sldId="384"/>
            <ac:inkMk id="165" creationId="{38AF1361-EE98-5DBA-413D-EBDE1CFA55CF}"/>
          </ac:inkMkLst>
        </pc:inkChg>
        <pc:inkChg chg="add del mod">
          <ac:chgData name="Aliyan Ahmed Cheema" userId="30ac915479c30907" providerId="LiveId" clId="{6CD4AFE1-7E7A-49CB-9921-EA18E4BB969F}" dt="2025-10-13T16:22:33.694" v="202"/>
          <ac:inkMkLst>
            <pc:docMk/>
            <pc:sldMk cId="3585193372" sldId="384"/>
            <ac:inkMk id="167" creationId="{D734439C-742E-CA6A-2BA1-A8088FD98668}"/>
          </ac:inkMkLst>
        </pc:inkChg>
        <pc:inkChg chg="add del mod">
          <ac:chgData name="Aliyan Ahmed Cheema" userId="30ac915479c30907" providerId="LiveId" clId="{6CD4AFE1-7E7A-49CB-9921-EA18E4BB969F}" dt="2025-10-13T16:22:33.694" v="193"/>
          <ac:inkMkLst>
            <pc:docMk/>
            <pc:sldMk cId="3585193372" sldId="384"/>
            <ac:inkMk id="168" creationId="{352E01FB-AB00-EC9F-5F8C-30017BFF518B}"/>
          </ac:inkMkLst>
        </pc:inkChg>
        <pc:inkChg chg="add del mod">
          <ac:chgData name="Aliyan Ahmed Cheema" userId="30ac915479c30907" providerId="LiveId" clId="{6CD4AFE1-7E7A-49CB-9921-EA18E4BB969F}" dt="2025-10-13T16:22:33.694" v="208"/>
          <ac:inkMkLst>
            <pc:docMk/>
            <pc:sldMk cId="3585193372" sldId="384"/>
            <ac:inkMk id="169" creationId="{17C0E1F4-6B8B-4E3B-96D9-A60284D8B0E3}"/>
          </ac:inkMkLst>
        </pc:inkChg>
        <pc:inkChg chg="add del">
          <ac:chgData name="Aliyan Ahmed Cheema" userId="30ac915479c30907" providerId="LiveId" clId="{6CD4AFE1-7E7A-49CB-9921-EA18E4BB969F}" dt="2025-10-13T16:22:33.694" v="192"/>
          <ac:inkMkLst>
            <pc:docMk/>
            <pc:sldMk cId="3585193372" sldId="384"/>
            <ac:inkMk id="170" creationId="{0BA43361-9C9E-745B-FA3B-1B3874D30CBF}"/>
          </ac:inkMkLst>
        </pc:inkChg>
        <pc:inkChg chg="add del">
          <ac:chgData name="Aliyan Ahmed Cheema" userId="30ac915479c30907" providerId="LiveId" clId="{6CD4AFE1-7E7A-49CB-9921-EA18E4BB969F}" dt="2025-10-13T16:19:15.590" v="172" actId="9405"/>
          <ac:inkMkLst>
            <pc:docMk/>
            <pc:sldMk cId="3585193372" sldId="384"/>
            <ac:inkMk id="172" creationId="{72324F5F-3CAB-FA3D-07DF-6CFF26528939}"/>
          </ac:inkMkLst>
        </pc:inkChg>
        <pc:inkChg chg="add del">
          <ac:chgData name="Aliyan Ahmed Cheema" userId="30ac915479c30907" providerId="LiveId" clId="{6CD4AFE1-7E7A-49CB-9921-EA18E4BB969F}" dt="2025-10-13T16:19:18.236" v="174"/>
          <ac:inkMkLst>
            <pc:docMk/>
            <pc:sldMk cId="3585193372" sldId="384"/>
            <ac:inkMk id="173" creationId="{786241AF-E443-FF69-DBFA-108691586778}"/>
          </ac:inkMkLst>
        </pc:inkChg>
        <pc:inkChg chg="add">
          <ac:chgData name="Aliyan Ahmed Cheema" userId="30ac915479c30907" providerId="LiveId" clId="{6CD4AFE1-7E7A-49CB-9921-EA18E4BB969F}" dt="2025-10-13T16:19:18.236" v="174"/>
          <ac:inkMkLst>
            <pc:docMk/>
            <pc:sldMk cId="3585193372" sldId="384"/>
            <ac:inkMk id="174" creationId="{987DC0F2-CB5E-5ACD-5FE6-DC26EE452BE0}"/>
          </ac:inkMkLst>
        </pc:inkChg>
        <pc:inkChg chg="add mod">
          <ac:chgData name="Aliyan Ahmed Cheema" userId="30ac915479c30907" providerId="LiveId" clId="{6CD4AFE1-7E7A-49CB-9921-EA18E4BB969F}" dt="2025-10-13T16:19:38.130" v="181"/>
          <ac:inkMkLst>
            <pc:docMk/>
            <pc:sldMk cId="3585193372" sldId="384"/>
            <ac:inkMk id="175" creationId="{7021ECDF-9079-D53D-0E94-A67E6AED5F97}"/>
          </ac:inkMkLst>
        </pc:inkChg>
        <pc:inkChg chg="add mod">
          <ac:chgData name="Aliyan Ahmed Cheema" userId="30ac915479c30907" providerId="LiveId" clId="{6CD4AFE1-7E7A-49CB-9921-EA18E4BB969F}" dt="2025-10-13T16:19:38.130" v="181"/>
          <ac:inkMkLst>
            <pc:docMk/>
            <pc:sldMk cId="3585193372" sldId="384"/>
            <ac:inkMk id="176" creationId="{9D7E3DE6-E5D1-BEA2-F57C-B056971A1266}"/>
          </ac:inkMkLst>
        </pc:inkChg>
        <pc:inkChg chg="add mod">
          <ac:chgData name="Aliyan Ahmed Cheema" userId="30ac915479c30907" providerId="LiveId" clId="{6CD4AFE1-7E7A-49CB-9921-EA18E4BB969F}" dt="2025-10-13T16:19:38.130" v="181"/>
          <ac:inkMkLst>
            <pc:docMk/>
            <pc:sldMk cId="3585193372" sldId="384"/>
            <ac:inkMk id="178" creationId="{7496877A-C879-2A0E-4B8F-C5DF3EE4C33F}"/>
          </ac:inkMkLst>
        </pc:inkChg>
        <pc:inkChg chg="add mod">
          <ac:chgData name="Aliyan Ahmed Cheema" userId="30ac915479c30907" providerId="LiveId" clId="{6CD4AFE1-7E7A-49CB-9921-EA18E4BB969F}" dt="2025-10-13T16:19:38.130" v="181"/>
          <ac:inkMkLst>
            <pc:docMk/>
            <pc:sldMk cId="3585193372" sldId="384"/>
            <ac:inkMk id="179" creationId="{2479B840-C3E5-E990-D7C9-D34ECFD5305D}"/>
          </ac:inkMkLst>
        </pc:inkChg>
        <pc:inkChg chg="add">
          <ac:chgData name="Aliyan Ahmed Cheema" userId="30ac915479c30907" providerId="LiveId" clId="{6CD4AFE1-7E7A-49CB-9921-EA18E4BB969F}" dt="2025-10-13T16:19:37.244" v="180" actId="9405"/>
          <ac:inkMkLst>
            <pc:docMk/>
            <pc:sldMk cId="3585193372" sldId="384"/>
            <ac:inkMk id="180" creationId="{FD93BDCE-73A1-2976-201C-BA5C836B7BA0}"/>
          </ac:inkMkLst>
        </pc:inkChg>
        <pc:inkChg chg="add">
          <ac:chgData name="Aliyan Ahmed Cheema" userId="30ac915479c30907" providerId="LiveId" clId="{6CD4AFE1-7E7A-49CB-9921-EA18E4BB969F}" dt="2025-10-13T16:19:43.622" v="182" actId="9405"/>
          <ac:inkMkLst>
            <pc:docMk/>
            <pc:sldMk cId="3585193372" sldId="384"/>
            <ac:inkMk id="182" creationId="{120AF3FE-EF06-BB27-2A7F-49626B5DF1FA}"/>
          </ac:inkMkLst>
        </pc:inkChg>
        <pc:inkChg chg="add">
          <ac:chgData name="Aliyan Ahmed Cheema" userId="30ac915479c30907" providerId="LiveId" clId="{6CD4AFE1-7E7A-49CB-9921-EA18E4BB969F}" dt="2025-10-13T16:19:47.505" v="183" actId="9405"/>
          <ac:inkMkLst>
            <pc:docMk/>
            <pc:sldMk cId="3585193372" sldId="384"/>
            <ac:inkMk id="183" creationId="{7F54BDA9-78D5-36F2-2B11-B5BBC22940FE}"/>
          </ac:inkMkLst>
        </pc:inkChg>
        <pc:inkChg chg="add">
          <ac:chgData name="Aliyan Ahmed Cheema" userId="30ac915479c30907" providerId="LiveId" clId="{6CD4AFE1-7E7A-49CB-9921-EA18E4BB969F}" dt="2025-10-13T16:19:49.391" v="184" actId="9405"/>
          <ac:inkMkLst>
            <pc:docMk/>
            <pc:sldMk cId="3585193372" sldId="384"/>
            <ac:inkMk id="184" creationId="{6D82A749-3704-083B-6218-07B38325977A}"/>
          </ac:inkMkLst>
        </pc:inkChg>
        <pc:inkChg chg="add mod">
          <ac:chgData name="Aliyan Ahmed Cheema" userId="30ac915479c30907" providerId="LiveId" clId="{6CD4AFE1-7E7A-49CB-9921-EA18E4BB969F}" dt="2025-10-13T16:19:55.227" v="189"/>
          <ac:inkMkLst>
            <pc:docMk/>
            <pc:sldMk cId="3585193372" sldId="384"/>
            <ac:inkMk id="185" creationId="{020A46E0-06F3-533F-6431-6E70A4BA3736}"/>
          </ac:inkMkLst>
        </pc:inkChg>
        <pc:inkChg chg="add mod">
          <ac:chgData name="Aliyan Ahmed Cheema" userId="30ac915479c30907" providerId="LiveId" clId="{6CD4AFE1-7E7A-49CB-9921-EA18E4BB969F}" dt="2025-10-13T16:19:55.227" v="189"/>
          <ac:inkMkLst>
            <pc:docMk/>
            <pc:sldMk cId="3585193372" sldId="384"/>
            <ac:inkMk id="186" creationId="{656CF02A-4E9A-9A79-4F5A-38F8C6B1ADE2}"/>
          </ac:inkMkLst>
        </pc:inkChg>
        <pc:inkChg chg="add mod">
          <ac:chgData name="Aliyan Ahmed Cheema" userId="30ac915479c30907" providerId="LiveId" clId="{6CD4AFE1-7E7A-49CB-9921-EA18E4BB969F}" dt="2025-10-13T16:19:55.227" v="189"/>
          <ac:inkMkLst>
            <pc:docMk/>
            <pc:sldMk cId="3585193372" sldId="384"/>
            <ac:inkMk id="188" creationId="{0148480F-2753-F55F-7BDB-063D3C041A0F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75CD0-BF64-4EDA-A390-EA27F5FF7906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C7654-C7C7-4BC9-B3D0-68A06137D3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18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23839,'-27'1120'0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23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24575,'88'-1'0,"99"3"0,-178-1 0,1 1 0,-1 0 0,1 0 0,-1 1 0,0 0 0,0 1 0,0 0 0,0 0 0,-1 1 0,0 0 0,0 0 0,0 1 0,0 0 0,-1 1 0,0 0 0,6 8 0,-8-10 0,0 1 0,-1 1 0,0-1 0,0 1 0,0 0 0,-1-1 0,0 1 0,-1 1 0,1-1 0,-1 0 0,-1 1 0,1-1 0,-1 1 0,-1-1 0,1 1 0,-1 0 0,-1-1 0,1 1 0,-1 0 0,0-1 0,-3 8 0,1-5 0,-1 0 0,0-1 0,0 1 0,-1-1 0,0 0 0,-1 0 0,0-1 0,0 0 0,-1 0 0,0 0 0,0-1 0,-1 0 0,0 0 0,-17 11 0,7-9 0,0 0 0,0-1 0,-1-1 0,0 0 0,0-2 0,-36 6 0,27-3 0,22 0 0,16 2 0,0-5 0,1 0 0,0-1 0,0 0 0,0-1 0,1-1 0,16 3 0,-15-4 0,0 2 0,0 0 0,-1 0 0,1 1 0,19 9 0,-18-6 0,-1 0 0,0 2 0,-1-1 0,0 1 0,16 16 0,-24-20 0,1 1 0,-1 0 0,1 0 0,-2 0 0,1 0 0,-1 1 0,0-1 0,0 1 0,0 0 0,-1 0 0,0 0 0,-1 0 0,2 12 0,-3-12 0,0 1 0,0-1 0,0 0 0,-1 1 0,0-1 0,-1 1 0,1-1 0,-1 0 0,-1 0 0,0 0 0,1 0 0,-2 0 0,1-1 0,-8 11 0,-5 2 0,0 0 0,0-2 0,-24 19 0,-6 8 0,38-37 11,0 0 0,0-1 0,0 0 0,-1-1 0,0 0 0,0 0-1,0-1 1,-1 0 0,1 0 0,-20 3 0,5-2-382,-1-1-1,-1-2 1,-29 0 0,32-2-6455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25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 24575,'-1'0'0,"-1"1"0,1-1 0,0 1 0,0-1 0,0 1 0,0 0 0,0-1 0,0 1 0,0 0 0,0 0 0,0 0 0,0 0 0,0 0 0,0 0 0,0 0 0,1 0 0,-1 0 0,0 0 0,1 0 0,-1 0 0,1 1 0,0-1 0,-1 0 0,1 0 0,0 1 0,0-1 0,-1 2 0,-4 42 0,5-40 0,-1 69 0,1-53 0,0-1 0,-1 1 0,0-1 0,-2 1 0,-1-1 0,0 0 0,-8 20 0,5-20-195,1 0 0,1 0 0,0 0 0,2 1 0,1 0 0,0 40 0,2-37-6631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27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24575,'4'4'0,"-2"2"0,-7 0 0,-7-1 0,-1-2-8191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31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24575,'2'1'0,"1"-1"0,-1 1 0,0-1 0,1 1 0,-1 0 0,0 0 0,0 0 0,0 0 0,0 0 0,0 0 0,0 0 0,0 1 0,0-1 0,-1 1 0,1 0 0,0-1 0,-1 1 0,1 0 0,-1 0 0,0 0 0,0 0 0,1 0 0,-1 0 0,-1 0 0,1 0 0,1 5 0,3 9 0,-1 0 0,4 30 0,-5-23 0,15 121 0,-4-30 0,2-37 0,-10-56 0,-1 1 0,-1-1 0,-1 1 0,0 42 0,-3-62 0,0 0 0,-1 1 0,1-1 0,0 0 0,-1 0 0,0 0 0,1 1 0,-1-1 0,0 0 0,0 0 0,0 0 0,0 0 0,-3 2 0,4-3 0,-1 0 0,0 0 0,0-1 0,0 1 0,0 0 0,0-1 0,0 1 0,0-1 0,0 1 0,0-1 0,0 1 0,0-1 0,0 0 0,0 0 0,0 0 0,-1 1 0,1-1 0,0 0 0,-2-1 0,0 1 0,0-1 0,0 0 0,0 0 0,0-1 0,0 1 0,0-1 0,0 1 0,0-1 0,1 0 0,-1 0 0,1 0 0,0 0 0,-1-1 0,1 1 0,0-1 0,0 1 0,-2-5 0,-1-1 0,1-1 0,0 0 0,1 0 0,0 0 0,0 0 0,1 0 0,0-1 0,-1-17 0,1-8 0,4-39 0,0 29 0,-1 28 0,1 1 0,0-1 0,1 0 0,1 0 0,1 1 0,0 0 0,1 0 0,1 0 0,0 1 0,1 0 0,11-15 0,7-6 0,-8 10 0,29-30 0,-39 48 0,1 0 0,-1 0 0,2 1 0,-1 0 0,1 0 0,1 1 0,10-5 0,8 0-455,0 2 0,50-10 0,-55 14-6371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37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24575,'2'3'0,"1"0"0,-1 1 0,1 0 0,-1-1 0,0 1 0,-1 0 0,1 0 0,0 0 0,-1 0 0,0 0 0,1 9 0,2 51 0,-4-49 0,-1 122 0,2 58 0,0-190 0,-1 0 0,1 0 0,0 0 0,1 0 0,-1-1 0,1 1 0,-1 0 0,2-1 0,-1 1 0,0-1 0,1 0 0,0 0 0,0 0 0,0 0 0,0 0 0,1-1 0,-1 0 0,1 1 0,0-1 0,5 3 0,6 2 0,1 0 0,0-2 0,0 1 0,25 5 0,7 3 0,-42-13 0,0-1 0,1 1 0,-1-1 0,0 0 0,1 0 0,-1-1 0,0 0 0,1 0 0,-1 0 0,1-1 0,-1 0 0,0 0 0,0-1 0,0 0 0,0 0 0,0 0 0,0-1 0,0 0 0,0 0 0,-1 0 0,0-1 0,0 0 0,0 0 0,0 0 0,6-7 0,-3 2 0,-1 0 0,0 0 0,0-1 0,-1 0 0,-1 0 0,1 0 0,-2-1 0,1 1 0,-1-1 0,-1 0 0,0-1 0,-1 1 0,2-17 0,-5-29 0,0 41 0,1 0 0,2-22 0,-2 38 0,0 0 0,0 1 0,0-1 0,0 0 0,0 0 0,0 0 0,1 0 0,-1 0 0,0 1 0,0-1 0,0 0 0,0 0 0,0 0 0,1 0 0,-1 0 0,0 0 0,0 0 0,0 0 0,0 0 0,1 1 0,-1-1 0,0 0 0,0 0 0,0 0 0,0 0 0,1 0 0,-1 0 0,0 0 0,0 0 0,0 0 0,1 0 0,-1 0 0,0 0 0,0 0 0,0-1 0,0 1 0,1 0 0,-1 0 0,0 0 0,0 0 0,0 0 0,0 0 0,0 0 0,1 0 0,-1-1 0,0 1 0,0 0 0,0 0 0,0 0 0,0 0 0,0 0 0,0-1 0,1 1 0,-1 0 0,0 0 0,0 0 0,0 0 0,0-1 0,7 17 0,4 25 0,-2 0 0,-1 0 0,-2 0 0,0 73 0,-8 513 0,1-611 0,-1-1 0,-1 0 0,-1 0 0,0 0 0,0 0 0,-2-1 0,0 1 0,0-1 0,-2-1 0,0 1 0,0-2 0,-1 1 0,0-1 0,-1 0 0,-1-1 0,-14 13 0,19-20 0,0 0 0,0 0 0,0 0 0,-1-1 0,1 0 0,-1 0 0,1-1 0,-1 0 0,0 0 0,0-1 0,0 1 0,0-2 0,0 1 0,0-1 0,-1 0 0,1 0 0,-13-3 0,10 1 0,0 0 0,0-1 0,1 0 0,-1 0 0,1-1 0,0 0 0,0-1 0,0 0 0,0-1 0,1 1 0,-14-14 0,4 0 0,0-1 0,2-1 0,0-1 0,1 0 0,2-1 0,0 0 0,1-1 0,-15-46 0,25 65-49,0-1 1,1 1-1,-1 0 0,1-1 0,0 1 1,1-1-1,-1 1 0,1-1 0,0 1 1,0-1-1,1 0 0,0 1 0,0-1 1,0 1-1,1 0 0,-1-1 0,1 1 1,1 0-1,-1 0 0,1 0 0,-1 0 1,2 1-1,-1-1 0,0 1 0,1 0 0,0 0 1,7-7-1,9 0-6777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43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28 24575,'-4'-2'0,"1"-1"0,0 1 0,-1 0 0,0 0 0,1 0 0,-1 0 0,0 1 0,0 0 0,0-1 0,0 2 0,-5-2 0,-48-3 0,41 5 0,-2-1 0,-1 0 0,1 1 0,-1 1 0,-31 7 0,43-7 0,1 1 0,0 0 0,0 1 0,0-1 0,1 1 0,-1 0 0,0 1 0,1 0 0,0-1 0,0 2 0,0-1 0,1 0 0,-1 1 0,1 0 0,0 0 0,0 0 0,-3 8 0,-15 23 0,3 1 0,-26 67 0,41-87 0,1 1 0,0-1 0,1 0 0,1 1 0,1-1 0,3 30 0,-2-44 0,-1 0 0,1 1 0,0-1 0,0 0 0,0 1 0,0-1 0,1 0 0,-1 0 0,1 0 0,0 0 0,0 0 0,0-1 0,0 1 0,0-1 0,0 1 0,6 3 0,-3-2 0,0-1 0,1 1 0,0-1 0,0-1 0,0 1 0,0-1 0,0 0 0,9 2 0,0-2 0,0 0 0,-1 0 0,1-2 0,0 0 0,0-1 0,30-5 0,-41 6 0,0-1 0,0 0 0,0-1 0,1 1 0,-2-1 0,1 1 0,0-1 0,0-1 0,0 1 0,-1 0 0,0-1 0,1 0 0,-1 0 0,6-6 0,-7 5 0,1-1 0,-1 0 0,0 1 0,0-1 0,0 0 0,0 0 0,-1 0 0,0 0 0,0-1 0,0 1 0,-1-10 0,-2-62 0,0 58 0,1 0 0,1-1 0,1 1 0,1 0 0,5-29 0,0 36 0,-1 20 0,1 29 0,-5-26 0,16 99 0,-13-74 0,-4-29-80,1-1 0,-1 1-1,2-1 1,-1 1 0,1-1-1,0 0 1,0 0 0,0 0-1,1-1 1,0 1 0,0-1 0,1 0-1,-1 0 1,1 0 0,0 0-1,9 5 1,10 5-6746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47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24575,'0'384'0,"1"-372"0,1 0 0,-1 0 0,6 17 0,3 20 0,-11-36 0,-3-12 0,-4-20 0,3-20 0,1 0 0,4-74 0,1 55 0,-1 48 0,1 1 0,0-1 0,0 1 0,1-1 0,0 1 0,1 0 0,0 0 0,0 0 0,6-11 0,-6 15 0,-1 1 0,1 0 0,0 0 0,0 0 0,0 0 0,1 1 0,-1-1 0,1 1 0,0 0 0,0 0 0,0 0 0,0 1 0,0-1 0,1 1 0,-1 0 0,1 0 0,0 1 0,0-1 0,7 0 0,3-1 0,0 1 0,-1 1 0,1 1 0,0 0 0,0 1 0,-1 0 0,1 1 0,-1 1 0,1 0 0,-1 1 0,0 1 0,0 0 0,-1 1 0,0 0 0,0 1 0,0 1 0,-1 0 0,0 1 0,17 14 0,-19-13 0,0 1 0,-1-1 0,0 1 0,-1 1 0,0 0 0,-1 0 0,-1 0 0,1 1 0,-2 0 0,0 0 0,6 26 0,7 59-1365,-15-71-5461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49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24575,'1'0'0,"1"1"0,-1-1 0,0 1 0,0-1 0,0 1 0,0 0 0,0 0 0,0-1 0,0 1 0,0 0 0,0 0 0,0 0 0,0 0 0,0 0 0,-1 0 0,1 0 0,0 0 0,-1 1 0,1-1 0,-1 0 0,1 0 0,-1 0 0,1 1 0,-1-1 0,0 0 0,0 1 0,0 1 0,5 42 0,-4-40 0,1 311 0,-4-162 0,2-146-273,0 0 0,-1 0 0,0 0 0,-2 9 0,-3 0-6553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50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52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24575,'-5'0'0,"8"4"0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19:54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6:42:44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7A1E8-A561-431B-A511-34874C91D5AC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768CB-8AA6-4AA6-918C-7F055EB5DC3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69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8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768CB-8AA6-4AA6-918C-7F055EB5DC33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AB05C66-3867-43C1-AD77-14CCEC19C0C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379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37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5A68F50-20B1-4B83-A611-8DDCEA6ED71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48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768CB-8AA6-4AA6-918C-7F055EB5DC33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768CB-8AA6-4AA6-918C-7F055EB5DC33}" type="slidenum">
              <a:rPr lang="en-GB" smtClean="0"/>
              <a:pPr/>
              <a:t>16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768CB-8AA6-4AA6-918C-7F055EB5DC33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768CB-8AA6-4AA6-918C-7F055EB5DC33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20FBF5-2155-4F17-B395-7B9B539BA782}" type="slidenum">
              <a:rPr lang="en-US"/>
              <a:pPr/>
              <a:t>64</a:t>
            </a:fld>
            <a:endParaRPr lang="en-US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D348C4-365E-4A35-A7E8-90AA879CF804}" type="slidenum">
              <a:rPr lang="en-US"/>
              <a:pPr/>
              <a:t>65</a:t>
            </a:fld>
            <a:endParaRPr lang="en-US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0E21-3BD5-4A8F-9F77-8A6CF8D7ED82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073EC-CD30-4D1B-8D14-7E1C8A7BEB9C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4604-B4D3-4F17-83FA-9369A98C5E9F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19669-49EE-4A65-AB6E-F17A4819F475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FC4A-35D7-4144-A53F-0512CD79BF36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F65A0-4F43-4A23-AAFE-A7757AB5D146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45562-BA19-486C-A312-46881171BBE7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164E-8DC4-4012-B707-7FC9D5C0132F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53BD-5537-4033-95D3-E9BB638664EA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4FD3A-E9A4-45FC-BEED-694CFA1125EA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24C0-5C6C-4897-BB9F-BE0B3A4D5661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63EC-4C8C-4C13-884A-45C7C468303C}" type="datetime1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8.bin"/><Relationship Id="rId3" Type="http://schemas.openxmlformats.org/officeDocument/2006/relationships/image" Target="../media/image7.jpeg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2.wmf"/><Relationship Id="rId2" Type="http://schemas.openxmlformats.org/officeDocument/2006/relationships/image" Target="../media/image6.gif"/><Relationship Id="rId16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8.jpeg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4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2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8.w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3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84" Type="http://schemas.openxmlformats.org/officeDocument/2006/relationships/customXml" Target="../ink/ink4.xml"/><Relationship Id="rId189" Type="http://schemas.openxmlformats.org/officeDocument/2006/relationships/image" Target="../media/image144.png"/><Relationship Id="rId192" Type="http://schemas.openxmlformats.org/officeDocument/2006/relationships/customXml" Target="../ink/ink8.xml"/><Relationship Id="rId197" Type="http://schemas.openxmlformats.org/officeDocument/2006/relationships/image" Target="../media/image148.png"/><Relationship Id="rId3" Type="http://schemas.openxmlformats.org/officeDocument/2006/relationships/image" Target="../media/image50.png"/><Relationship Id="rId188" Type="http://schemas.openxmlformats.org/officeDocument/2006/relationships/customXml" Target="../ink/ink6.xml"/><Relationship Id="rId201" Type="http://schemas.openxmlformats.org/officeDocument/2006/relationships/image" Target="../media/image53.png"/><Relationship Id="rId183" Type="http://schemas.openxmlformats.org/officeDocument/2006/relationships/image" Target="../media/image141.png"/><Relationship Id="rId191" Type="http://schemas.openxmlformats.org/officeDocument/2006/relationships/image" Target="../media/image145.png"/><Relationship Id="rId196" Type="http://schemas.openxmlformats.org/officeDocument/2006/relationships/customXml" Target="../ink/ink10.xml"/><Relationship Id="rId200" Type="http://schemas.openxmlformats.org/officeDocument/2006/relationships/customXml" Target="../ink/ink13.xml"/><Relationship Id="rId2" Type="http://schemas.openxmlformats.org/officeDocument/2006/relationships/image" Target="../media/image51.png"/><Relationship Id="rId179" Type="http://schemas.openxmlformats.org/officeDocument/2006/relationships/image" Target="../media/image139.png"/><Relationship Id="rId182" Type="http://schemas.openxmlformats.org/officeDocument/2006/relationships/customXml" Target="../ink/ink3.xml"/><Relationship Id="rId187" Type="http://schemas.openxmlformats.org/officeDocument/2006/relationships/image" Target="../media/image143.png"/><Relationship Id="rId195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190" Type="http://schemas.openxmlformats.org/officeDocument/2006/relationships/customXml" Target="../ink/ink7.xml"/><Relationship Id="rId181" Type="http://schemas.openxmlformats.org/officeDocument/2006/relationships/image" Target="../media/image140.png"/><Relationship Id="rId186" Type="http://schemas.openxmlformats.org/officeDocument/2006/relationships/customXml" Target="../ink/ink5.xml"/><Relationship Id="rId194" Type="http://schemas.openxmlformats.org/officeDocument/2006/relationships/customXml" Target="../ink/ink9.xml"/><Relationship Id="rId199" Type="http://schemas.openxmlformats.org/officeDocument/2006/relationships/customXml" Target="../ink/ink12.xml"/><Relationship Id="rId185" Type="http://schemas.openxmlformats.org/officeDocument/2006/relationships/image" Target="../media/image52.png"/><Relationship Id="rId198" Type="http://schemas.openxmlformats.org/officeDocument/2006/relationships/customXml" Target="../ink/ink11.xml"/><Relationship Id="rId4" Type="http://schemas.openxmlformats.org/officeDocument/2006/relationships/customXml" Target="../ink/ink1.xml"/><Relationship Id="rId180" Type="http://schemas.openxmlformats.org/officeDocument/2006/relationships/customXml" Target="../ink/ink2.xml"/><Relationship Id="rId193" Type="http://schemas.openxmlformats.org/officeDocument/2006/relationships/image" Target="../media/image1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43.bin"/><Relationship Id="rId18" Type="http://schemas.openxmlformats.org/officeDocument/2006/relationships/oleObject" Target="../embeddings/oleObject45.bin"/><Relationship Id="rId3" Type="http://schemas.openxmlformats.org/officeDocument/2006/relationships/oleObject" Target="../embeddings/oleObject38.bin"/><Relationship Id="rId21" Type="http://schemas.openxmlformats.org/officeDocument/2006/relationships/image" Target="../media/image70.wmf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66.wmf"/><Relationship Id="rId17" Type="http://schemas.openxmlformats.org/officeDocument/2006/relationships/image" Target="../media/image55.png"/><Relationship Id="rId2" Type="http://schemas.openxmlformats.org/officeDocument/2006/relationships/image" Target="../media/image57.png"/><Relationship Id="rId16" Type="http://schemas.openxmlformats.org/officeDocument/2006/relationships/image" Target="../media/image68.wmf"/><Relationship Id="rId20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65.wmf"/><Relationship Id="rId19" Type="http://schemas.openxmlformats.org/officeDocument/2006/relationships/image" Target="../media/image69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6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71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78.wmf"/><Relationship Id="rId7" Type="http://schemas.openxmlformats.org/officeDocument/2006/relationships/image" Target="../media/image82.png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83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89.wmf"/><Relationship Id="rId18" Type="http://schemas.openxmlformats.org/officeDocument/2006/relationships/image" Target="../media/image91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57.bin"/><Relationship Id="rId17" Type="http://schemas.openxmlformats.org/officeDocument/2006/relationships/oleObject" Target="../embeddings/oleObject60.bin"/><Relationship Id="rId2" Type="http://schemas.openxmlformats.org/officeDocument/2006/relationships/oleObject" Target="../embeddings/oleObject52.bin"/><Relationship Id="rId16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58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95.wmf"/><Relationship Id="rId3" Type="http://schemas.openxmlformats.org/officeDocument/2006/relationships/image" Target="../media/image92.wmf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66.bin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94.wmf"/><Relationship Id="rId5" Type="http://schemas.openxmlformats.org/officeDocument/2006/relationships/image" Target="../media/image84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93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97.wmf"/><Relationship Id="rId4" Type="http://schemas.openxmlformats.org/officeDocument/2006/relationships/oleObject" Target="../embeddings/oleObject68.bin"/><Relationship Id="rId9" Type="http://schemas.openxmlformats.org/officeDocument/2006/relationships/image" Target="../media/image99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84.wmf"/><Relationship Id="rId18" Type="http://schemas.openxmlformats.org/officeDocument/2006/relationships/oleObject" Target="../embeddings/oleObject80.bin"/><Relationship Id="rId3" Type="http://schemas.openxmlformats.org/officeDocument/2006/relationships/image" Target="../media/image87.wmf"/><Relationship Id="rId21" Type="http://schemas.openxmlformats.org/officeDocument/2006/relationships/image" Target="../media/image104.wmf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86.w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102.wmf"/><Relationship Id="rId5" Type="http://schemas.openxmlformats.org/officeDocument/2006/relationships/image" Target="../media/image88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103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90.wmf"/><Relationship Id="rId14" Type="http://schemas.openxmlformats.org/officeDocument/2006/relationships/oleObject" Target="../embeddings/oleObject78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7" Type="http://schemas.openxmlformats.org/officeDocument/2006/relationships/image" Target="../media/image107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106.wmf"/><Relationship Id="rId4" Type="http://schemas.openxmlformats.org/officeDocument/2006/relationships/oleObject" Target="../embeddings/oleObject83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emf"/><Relationship Id="rId3" Type="http://schemas.openxmlformats.org/officeDocument/2006/relationships/image" Target="../media/image107.wmf"/><Relationship Id="rId7" Type="http://schemas.openxmlformats.org/officeDocument/2006/relationships/image" Target="../media/image109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86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96.bin"/><Relationship Id="rId3" Type="http://schemas.openxmlformats.org/officeDocument/2006/relationships/image" Target="../media/image111.wmf"/><Relationship Id="rId21" Type="http://schemas.openxmlformats.org/officeDocument/2006/relationships/oleObject" Target="../embeddings/oleObject98.bin"/><Relationship Id="rId7" Type="http://schemas.openxmlformats.org/officeDocument/2006/relationships/image" Target="../media/image112.wmf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116.wmf"/><Relationship Id="rId2" Type="http://schemas.openxmlformats.org/officeDocument/2006/relationships/oleObject" Target="../embeddings/oleObject88.bin"/><Relationship Id="rId16" Type="http://schemas.openxmlformats.org/officeDocument/2006/relationships/oleObject" Target="../embeddings/oleObject95.bin"/><Relationship Id="rId20" Type="http://schemas.openxmlformats.org/officeDocument/2006/relationships/image" Target="../media/image11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113.wmf"/><Relationship Id="rId5" Type="http://schemas.openxmlformats.org/officeDocument/2006/relationships/image" Target="../media/image88.wmf"/><Relationship Id="rId15" Type="http://schemas.openxmlformats.org/officeDocument/2006/relationships/image" Target="../media/image115.wmf"/><Relationship Id="rId10" Type="http://schemas.openxmlformats.org/officeDocument/2006/relationships/oleObject" Target="../embeddings/oleObject92.bin"/><Relationship Id="rId19" Type="http://schemas.openxmlformats.org/officeDocument/2006/relationships/oleObject" Target="../embeddings/oleObject97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0.wmf"/><Relationship Id="rId14" Type="http://schemas.openxmlformats.org/officeDocument/2006/relationships/oleObject" Target="../embeddings/oleObject94.bin"/><Relationship Id="rId22" Type="http://schemas.openxmlformats.org/officeDocument/2006/relationships/image" Target="../media/image118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21.wmf"/><Relationship Id="rId18" Type="http://schemas.openxmlformats.org/officeDocument/2006/relationships/oleObject" Target="../embeddings/oleObject107.bin"/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12" Type="http://schemas.openxmlformats.org/officeDocument/2006/relationships/oleObject" Target="../embeddings/oleObject104.bin"/><Relationship Id="rId17" Type="http://schemas.openxmlformats.org/officeDocument/2006/relationships/image" Target="../media/image123.wmf"/><Relationship Id="rId2" Type="http://schemas.openxmlformats.org/officeDocument/2006/relationships/oleObject" Target="../embeddings/oleObject99.bin"/><Relationship Id="rId16" Type="http://schemas.openxmlformats.org/officeDocument/2006/relationships/oleObject" Target="../embeddings/oleObject10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18.wmf"/><Relationship Id="rId5" Type="http://schemas.openxmlformats.org/officeDocument/2006/relationships/image" Target="../media/image116.wmf"/><Relationship Id="rId15" Type="http://schemas.openxmlformats.org/officeDocument/2006/relationships/image" Target="../media/image122.wmf"/><Relationship Id="rId10" Type="http://schemas.openxmlformats.org/officeDocument/2006/relationships/oleObject" Target="../embeddings/oleObject103.bin"/><Relationship Id="rId19" Type="http://schemas.openxmlformats.org/officeDocument/2006/relationships/image" Target="../media/image124.wmf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05.bin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.wmf"/><Relationship Id="rId18" Type="http://schemas.openxmlformats.org/officeDocument/2006/relationships/oleObject" Target="../embeddings/oleObject116.bin"/><Relationship Id="rId26" Type="http://schemas.openxmlformats.org/officeDocument/2006/relationships/oleObject" Target="../embeddings/oleObject120.bin"/><Relationship Id="rId21" Type="http://schemas.openxmlformats.org/officeDocument/2006/relationships/image" Target="../media/image132.wmf"/><Relationship Id="rId34" Type="http://schemas.openxmlformats.org/officeDocument/2006/relationships/oleObject" Target="../embeddings/oleObject124.bin"/><Relationship Id="rId7" Type="http://schemas.openxmlformats.org/officeDocument/2006/relationships/image" Target="../media/image112.wmf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130.wmf"/><Relationship Id="rId25" Type="http://schemas.openxmlformats.org/officeDocument/2006/relationships/image" Target="../media/image133.wmf"/><Relationship Id="rId33" Type="http://schemas.openxmlformats.org/officeDocument/2006/relationships/image" Target="../media/image136.wmf"/><Relationship Id="rId2" Type="http://schemas.openxmlformats.org/officeDocument/2006/relationships/oleObject" Target="../embeddings/oleObject108.bin"/><Relationship Id="rId16" Type="http://schemas.openxmlformats.org/officeDocument/2006/relationships/oleObject" Target="../embeddings/oleObject115.bin"/><Relationship Id="rId20" Type="http://schemas.openxmlformats.org/officeDocument/2006/relationships/oleObject" Target="../embeddings/oleObject117.bin"/><Relationship Id="rId29" Type="http://schemas.openxmlformats.org/officeDocument/2006/relationships/image" Target="../media/image13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27.wmf"/><Relationship Id="rId24" Type="http://schemas.openxmlformats.org/officeDocument/2006/relationships/oleObject" Target="../embeddings/oleObject119.bin"/><Relationship Id="rId32" Type="http://schemas.openxmlformats.org/officeDocument/2006/relationships/oleObject" Target="../embeddings/oleObject123.bin"/><Relationship Id="rId37" Type="http://schemas.openxmlformats.org/officeDocument/2006/relationships/image" Target="../media/image138.wmf"/><Relationship Id="rId5" Type="http://schemas.openxmlformats.org/officeDocument/2006/relationships/image" Target="../media/image125.wmf"/><Relationship Id="rId15" Type="http://schemas.openxmlformats.org/officeDocument/2006/relationships/image" Target="../media/image129.wmf"/><Relationship Id="rId23" Type="http://schemas.openxmlformats.org/officeDocument/2006/relationships/image" Target="../media/image115.wmf"/><Relationship Id="rId28" Type="http://schemas.openxmlformats.org/officeDocument/2006/relationships/oleObject" Target="../embeddings/oleObject121.bin"/><Relationship Id="rId36" Type="http://schemas.openxmlformats.org/officeDocument/2006/relationships/oleObject" Target="../embeddings/oleObject125.bin"/><Relationship Id="rId10" Type="http://schemas.openxmlformats.org/officeDocument/2006/relationships/oleObject" Target="../embeddings/oleObject112.bin"/><Relationship Id="rId19" Type="http://schemas.openxmlformats.org/officeDocument/2006/relationships/image" Target="../media/image131.wmf"/><Relationship Id="rId31" Type="http://schemas.openxmlformats.org/officeDocument/2006/relationships/image" Target="../media/image118.w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26.wmf"/><Relationship Id="rId14" Type="http://schemas.openxmlformats.org/officeDocument/2006/relationships/oleObject" Target="../embeddings/oleObject114.bin"/><Relationship Id="rId22" Type="http://schemas.openxmlformats.org/officeDocument/2006/relationships/oleObject" Target="../embeddings/oleObject118.bin"/><Relationship Id="rId27" Type="http://schemas.openxmlformats.org/officeDocument/2006/relationships/image" Target="../media/image134.wmf"/><Relationship Id="rId30" Type="http://schemas.openxmlformats.org/officeDocument/2006/relationships/oleObject" Target="../embeddings/oleObject122.bin"/><Relationship Id="rId35" Type="http://schemas.openxmlformats.org/officeDocument/2006/relationships/image" Target="../media/image137.wmf"/><Relationship Id="rId8" Type="http://schemas.openxmlformats.org/officeDocument/2006/relationships/oleObject" Target="../embeddings/oleObject111.bin"/><Relationship Id="rId3" Type="http://schemas.openxmlformats.org/officeDocument/2006/relationships/image" Target="../media/image111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3" Type="http://schemas.openxmlformats.org/officeDocument/2006/relationships/oleObject" Target="../embeddings/oleObject126.bin"/><Relationship Id="rId7" Type="http://schemas.openxmlformats.org/officeDocument/2006/relationships/image" Target="../media/image143.wmf"/><Relationship Id="rId2" Type="http://schemas.openxmlformats.org/officeDocument/2006/relationships/image" Target="../media/image139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5" Type="http://schemas.openxmlformats.org/officeDocument/2006/relationships/image" Target="../media/image142.png"/><Relationship Id="rId4" Type="http://schemas.openxmlformats.org/officeDocument/2006/relationships/image" Target="../media/image140.wmf"/><Relationship Id="rId9" Type="http://schemas.openxmlformats.org/officeDocument/2006/relationships/image" Target="../media/image144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jpeg"/><Relationship Id="rId3" Type="http://schemas.openxmlformats.org/officeDocument/2006/relationships/image" Target="../media/image145.wmf"/><Relationship Id="rId7" Type="http://schemas.openxmlformats.org/officeDocument/2006/relationships/image" Target="../media/image147.wmf"/><Relationship Id="rId12" Type="http://schemas.openxmlformats.org/officeDocument/2006/relationships/image" Target="../media/image150.wmf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oleObject" Target="../embeddings/oleObject133.bin"/><Relationship Id="rId5" Type="http://schemas.openxmlformats.org/officeDocument/2006/relationships/image" Target="../media/image146.wmf"/><Relationship Id="rId10" Type="http://schemas.openxmlformats.org/officeDocument/2006/relationships/image" Target="../media/image149.wmf"/><Relationship Id="rId4" Type="http://schemas.openxmlformats.org/officeDocument/2006/relationships/oleObject" Target="../embeddings/oleObject130.bin"/><Relationship Id="rId9" Type="http://schemas.openxmlformats.org/officeDocument/2006/relationships/oleObject" Target="../embeddings/oleObject132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image" Target="../media/image151.wmf"/><Relationship Id="rId7" Type="http://schemas.openxmlformats.org/officeDocument/2006/relationships/image" Target="../media/image149.w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52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53.wmf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.wmf"/><Relationship Id="rId18" Type="http://schemas.openxmlformats.org/officeDocument/2006/relationships/oleObject" Target="../embeddings/oleObject146.bin"/><Relationship Id="rId26" Type="http://schemas.openxmlformats.org/officeDocument/2006/relationships/oleObject" Target="../embeddings/oleObject150.bin"/><Relationship Id="rId3" Type="http://schemas.openxmlformats.org/officeDocument/2006/relationships/image" Target="../media/image154.wmf"/><Relationship Id="rId21" Type="http://schemas.openxmlformats.org/officeDocument/2006/relationships/image" Target="../media/image162.w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60.wmf"/><Relationship Id="rId25" Type="http://schemas.openxmlformats.org/officeDocument/2006/relationships/image" Target="../media/image164.wmf"/><Relationship Id="rId33" Type="http://schemas.openxmlformats.org/officeDocument/2006/relationships/image" Target="../media/image168.w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20" Type="http://schemas.openxmlformats.org/officeDocument/2006/relationships/oleObject" Target="../embeddings/oleObject147.bin"/><Relationship Id="rId29" Type="http://schemas.openxmlformats.org/officeDocument/2006/relationships/image" Target="../media/image16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57.wmf"/><Relationship Id="rId24" Type="http://schemas.openxmlformats.org/officeDocument/2006/relationships/oleObject" Target="../embeddings/oleObject149.bin"/><Relationship Id="rId32" Type="http://schemas.openxmlformats.org/officeDocument/2006/relationships/oleObject" Target="../embeddings/oleObject153.bin"/><Relationship Id="rId5" Type="http://schemas.openxmlformats.org/officeDocument/2006/relationships/image" Target="../media/image149.wmf"/><Relationship Id="rId15" Type="http://schemas.openxmlformats.org/officeDocument/2006/relationships/image" Target="../media/image159.wmf"/><Relationship Id="rId23" Type="http://schemas.openxmlformats.org/officeDocument/2006/relationships/image" Target="../media/image163.wmf"/><Relationship Id="rId28" Type="http://schemas.openxmlformats.org/officeDocument/2006/relationships/oleObject" Target="../embeddings/oleObject151.bin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61.wmf"/><Relationship Id="rId31" Type="http://schemas.openxmlformats.org/officeDocument/2006/relationships/image" Target="../media/image167.w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44.bin"/><Relationship Id="rId22" Type="http://schemas.openxmlformats.org/officeDocument/2006/relationships/oleObject" Target="../embeddings/oleObject148.bin"/><Relationship Id="rId27" Type="http://schemas.openxmlformats.org/officeDocument/2006/relationships/image" Target="../media/image165.wmf"/><Relationship Id="rId30" Type="http://schemas.openxmlformats.org/officeDocument/2006/relationships/oleObject" Target="../embeddings/oleObject152.bin"/><Relationship Id="rId8" Type="http://schemas.openxmlformats.org/officeDocument/2006/relationships/oleObject" Target="../embeddings/oleObject141.bin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3.wmf"/><Relationship Id="rId18" Type="http://schemas.openxmlformats.org/officeDocument/2006/relationships/oleObject" Target="../embeddings/oleObject162.bin"/><Relationship Id="rId26" Type="http://schemas.openxmlformats.org/officeDocument/2006/relationships/oleObject" Target="../embeddings/oleObject166.bin"/><Relationship Id="rId39" Type="http://schemas.openxmlformats.org/officeDocument/2006/relationships/image" Target="../media/image160.wmf"/><Relationship Id="rId21" Type="http://schemas.openxmlformats.org/officeDocument/2006/relationships/image" Target="../media/image154.wmf"/><Relationship Id="rId34" Type="http://schemas.openxmlformats.org/officeDocument/2006/relationships/oleObject" Target="../embeddings/oleObject170.bin"/><Relationship Id="rId7" Type="http://schemas.openxmlformats.org/officeDocument/2006/relationships/image" Target="../media/image170.wmf"/><Relationship Id="rId2" Type="http://schemas.openxmlformats.org/officeDocument/2006/relationships/oleObject" Target="../embeddings/oleObject154.bin"/><Relationship Id="rId16" Type="http://schemas.openxmlformats.org/officeDocument/2006/relationships/oleObject" Target="../embeddings/oleObject161.bin"/><Relationship Id="rId20" Type="http://schemas.openxmlformats.org/officeDocument/2006/relationships/oleObject" Target="../embeddings/oleObject163.bin"/><Relationship Id="rId29" Type="http://schemas.openxmlformats.org/officeDocument/2006/relationships/image" Target="../media/image128.wmf"/><Relationship Id="rId41" Type="http://schemas.openxmlformats.org/officeDocument/2006/relationships/image" Target="../media/image16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72.wmf"/><Relationship Id="rId24" Type="http://schemas.openxmlformats.org/officeDocument/2006/relationships/oleObject" Target="../embeddings/oleObject165.bin"/><Relationship Id="rId32" Type="http://schemas.openxmlformats.org/officeDocument/2006/relationships/oleObject" Target="../embeddings/oleObject169.bin"/><Relationship Id="rId37" Type="http://schemas.openxmlformats.org/officeDocument/2006/relationships/image" Target="../media/image159.wmf"/><Relationship Id="rId40" Type="http://schemas.openxmlformats.org/officeDocument/2006/relationships/oleObject" Target="../embeddings/oleObject173.bin"/><Relationship Id="rId5" Type="http://schemas.openxmlformats.org/officeDocument/2006/relationships/image" Target="../media/image133.wmf"/><Relationship Id="rId15" Type="http://schemas.openxmlformats.org/officeDocument/2006/relationships/image" Target="../media/image174.wmf"/><Relationship Id="rId23" Type="http://schemas.openxmlformats.org/officeDocument/2006/relationships/image" Target="../media/image149.wmf"/><Relationship Id="rId28" Type="http://schemas.openxmlformats.org/officeDocument/2006/relationships/oleObject" Target="../embeddings/oleObject167.bin"/><Relationship Id="rId36" Type="http://schemas.openxmlformats.org/officeDocument/2006/relationships/oleObject" Target="../embeddings/oleObject171.bin"/><Relationship Id="rId10" Type="http://schemas.openxmlformats.org/officeDocument/2006/relationships/oleObject" Target="../embeddings/oleObject158.bin"/><Relationship Id="rId19" Type="http://schemas.openxmlformats.org/officeDocument/2006/relationships/image" Target="../media/image175.wmf"/><Relationship Id="rId31" Type="http://schemas.openxmlformats.org/officeDocument/2006/relationships/image" Target="../media/image176.wmf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71.wmf"/><Relationship Id="rId14" Type="http://schemas.openxmlformats.org/officeDocument/2006/relationships/oleObject" Target="../embeddings/oleObject160.bin"/><Relationship Id="rId22" Type="http://schemas.openxmlformats.org/officeDocument/2006/relationships/oleObject" Target="../embeddings/oleObject164.bin"/><Relationship Id="rId27" Type="http://schemas.openxmlformats.org/officeDocument/2006/relationships/image" Target="../media/image156.wmf"/><Relationship Id="rId30" Type="http://schemas.openxmlformats.org/officeDocument/2006/relationships/oleObject" Target="../embeddings/oleObject168.bin"/><Relationship Id="rId35" Type="http://schemas.openxmlformats.org/officeDocument/2006/relationships/image" Target="../media/image178.wmf"/><Relationship Id="rId8" Type="http://schemas.openxmlformats.org/officeDocument/2006/relationships/oleObject" Target="../embeddings/oleObject157.bin"/><Relationship Id="rId3" Type="http://schemas.openxmlformats.org/officeDocument/2006/relationships/image" Target="../media/image169.wmf"/><Relationship Id="rId12" Type="http://schemas.openxmlformats.org/officeDocument/2006/relationships/oleObject" Target="../embeddings/oleObject159.bin"/><Relationship Id="rId17" Type="http://schemas.openxmlformats.org/officeDocument/2006/relationships/image" Target="../media/image138.wmf"/><Relationship Id="rId25" Type="http://schemas.openxmlformats.org/officeDocument/2006/relationships/image" Target="../media/image155.wmf"/><Relationship Id="rId33" Type="http://schemas.openxmlformats.org/officeDocument/2006/relationships/image" Target="../media/image177.wmf"/><Relationship Id="rId38" Type="http://schemas.openxmlformats.org/officeDocument/2006/relationships/oleObject" Target="../embeddings/oleObject172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59.wmf"/><Relationship Id="rId18" Type="http://schemas.openxmlformats.org/officeDocument/2006/relationships/oleObject" Target="../embeddings/oleObject182.bin"/><Relationship Id="rId3" Type="http://schemas.openxmlformats.org/officeDocument/2006/relationships/image" Target="../media/image154.w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79.bin"/><Relationship Id="rId17" Type="http://schemas.openxmlformats.org/officeDocument/2006/relationships/image" Target="../media/image179.wmf"/><Relationship Id="rId2" Type="http://schemas.openxmlformats.org/officeDocument/2006/relationships/oleObject" Target="../embeddings/oleObject174.bin"/><Relationship Id="rId16" Type="http://schemas.openxmlformats.org/officeDocument/2006/relationships/oleObject" Target="../embeddings/oleObject1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76.wmf"/><Relationship Id="rId5" Type="http://schemas.openxmlformats.org/officeDocument/2006/relationships/image" Target="../media/image149.wmf"/><Relationship Id="rId15" Type="http://schemas.openxmlformats.org/officeDocument/2006/relationships/image" Target="../media/image160.wmf"/><Relationship Id="rId10" Type="http://schemas.openxmlformats.org/officeDocument/2006/relationships/oleObject" Target="../embeddings/oleObject178.bin"/><Relationship Id="rId19" Type="http://schemas.openxmlformats.org/officeDocument/2006/relationships/image" Target="../media/image180.wmf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80.bin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gif"/><Relationship Id="rId2" Type="http://schemas.openxmlformats.org/officeDocument/2006/relationships/image" Target="../media/image18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4.gif"/><Relationship Id="rId4" Type="http://schemas.openxmlformats.org/officeDocument/2006/relationships/image" Target="../media/image183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92.wmf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187.bin"/><Relationship Id="rId5" Type="http://schemas.openxmlformats.org/officeDocument/2006/relationships/oleObject" Target="../embeddings/oleObject184.bin"/><Relationship Id="rId10" Type="http://schemas.openxmlformats.org/officeDocument/2006/relationships/image" Target="../media/image191.wmf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186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gi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2" Type="http://schemas.openxmlformats.org/officeDocument/2006/relationships/image" Target="../media/image19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189.bin"/><Relationship Id="rId10" Type="http://schemas.openxmlformats.org/officeDocument/2006/relationships/image" Target="../media/image197.wmf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191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2" Type="http://schemas.openxmlformats.org/officeDocument/2006/relationships/image" Target="../media/image19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193.bin"/><Relationship Id="rId10" Type="http://schemas.openxmlformats.org/officeDocument/2006/relationships/image" Target="../media/image201.wmf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195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07.wmf"/><Relationship Id="rId3" Type="http://schemas.openxmlformats.org/officeDocument/2006/relationships/image" Target="../media/image202.wmf"/><Relationship Id="rId7" Type="http://schemas.openxmlformats.org/officeDocument/2006/relationships/image" Target="../media/image204.wmf"/><Relationship Id="rId12" Type="http://schemas.openxmlformats.org/officeDocument/2006/relationships/oleObject" Target="../embeddings/oleObject201.bin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06.wmf"/><Relationship Id="rId5" Type="http://schemas.openxmlformats.org/officeDocument/2006/relationships/image" Target="../media/image203.wmf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205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wmf"/><Relationship Id="rId2" Type="http://schemas.openxmlformats.org/officeDocument/2006/relationships/oleObject" Target="../embeddings/oleObject20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9.wmf"/><Relationship Id="rId4" Type="http://schemas.openxmlformats.org/officeDocument/2006/relationships/oleObject" Target="../embeddings/oleObject203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wmf"/><Relationship Id="rId2" Type="http://schemas.openxmlformats.org/officeDocument/2006/relationships/oleObject" Target="../embeddings/oleObject204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2.wmf"/><Relationship Id="rId4" Type="http://schemas.openxmlformats.org/officeDocument/2006/relationships/oleObject" Target="../embeddings/oleObject205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7" Type="http://schemas.openxmlformats.org/officeDocument/2006/relationships/image" Target="../media/image215.wmf"/><Relationship Id="rId2" Type="http://schemas.openxmlformats.org/officeDocument/2006/relationships/oleObject" Target="../embeddings/oleObject20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08.bin"/><Relationship Id="rId5" Type="http://schemas.openxmlformats.org/officeDocument/2006/relationships/image" Target="../media/image214.wmf"/><Relationship Id="rId4" Type="http://schemas.openxmlformats.org/officeDocument/2006/relationships/oleObject" Target="../embeddings/oleObject207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oleObject" Target="../embeddings/oleObject209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7.wmf"/><Relationship Id="rId4" Type="http://schemas.openxmlformats.org/officeDocument/2006/relationships/oleObject" Target="../embeddings/oleObject210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2" Type="http://schemas.openxmlformats.org/officeDocument/2006/relationships/oleObject" Target="../embeddings/oleObject211.bin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2" Type="http://schemas.openxmlformats.org/officeDocument/2006/relationships/oleObject" Target="../embeddings/oleObject21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0.wmf"/><Relationship Id="rId4" Type="http://schemas.openxmlformats.org/officeDocument/2006/relationships/oleObject" Target="../embeddings/oleObject213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wmf"/><Relationship Id="rId2" Type="http://schemas.openxmlformats.org/officeDocument/2006/relationships/oleObject" Target="../embeddings/oleObject214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2.wmf"/><Relationship Id="rId4" Type="http://schemas.openxmlformats.org/officeDocument/2006/relationships/oleObject" Target="../embeddings/oleObject215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wmf"/><Relationship Id="rId2" Type="http://schemas.openxmlformats.org/officeDocument/2006/relationships/oleObject" Target="../embeddings/oleObject216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4.wmf"/><Relationship Id="rId4" Type="http://schemas.openxmlformats.org/officeDocument/2006/relationships/oleObject" Target="../embeddings/oleObject217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wmf"/><Relationship Id="rId2" Type="http://schemas.openxmlformats.org/officeDocument/2006/relationships/oleObject" Target="../embeddings/oleObject218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6.wmf"/><Relationship Id="rId4" Type="http://schemas.openxmlformats.org/officeDocument/2006/relationships/oleObject" Target="../embeddings/oleObject219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jpeg"/><Relationship Id="rId2" Type="http://schemas.openxmlformats.org/officeDocument/2006/relationships/image" Target="../media/image2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9.jpe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60.png"/><Relationship Id="rId7" Type="http://schemas.openxmlformats.org/officeDocument/2006/relationships/image" Target="../media/image50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0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://imtiazhussainkalwar.weebly.com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9552" y="2420888"/>
            <a:ext cx="8064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</a:rPr>
              <a:t>Lecture-2</a:t>
            </a:r>
          </a:p>
          <a:p>
            <a:pPr algn="ctr"/>
            <a:r>
              <a:rPr lang="en-GB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</a:rPr>
              <a:t>Mathematical Modeling of Dynamic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688964"/>
            <a:ext cx="9144000" cy="116903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do not claim any originality in these lectures. The contents of this presentation are mostly taken from the book of Ogatta, Norman </a:t>
            </a:r>
            <a:r>
              <a:rPr 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Nise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Bishop and B C. </a:t>
            </a:r>
            <a:r>
              <a:rPr 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Kuo</a:t>
            </a:r>
            <a:r>
              <a:rPr 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various 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internet sources.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4888" y="126876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Control Systems (CS)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27267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Types of Models</a:t>
            </a:r>
          </a:p>
          <a:p>
            <a:r>
              <a:rPr lang="en-US" dirty="0"/>
              <a:t>Mathematical Modeling of</a:t>
            </a:r>
          </a:p>
          <a:p>
            <a:pPr lvl="1"/>
            <a:r>
              <a:rPr lang="en-US" dirty="0"/>
              <a:t>Electrical Systems</a:t>
            </a:r>
          </a:p>
          <a:p>
            <a:pPr lvl="1"/>
            <a:r>
              <a:rPr lang="en-US" dirty="0"/>
              <a:t>Electronic Systems</a:t>
            </a:r>
          </a:p>
          <a:p>
            <a:pPr lvl="1"/>
            <a:r>
              <a:rPr lang="en-US" dirty="0"/>
              <a:t>Mechanical Systems</a:t>
            </a:r>
          </a:p>
          <a:p>
            <a:pPr lvl="1"/>
            <a:r>
              <a:rPr lang="en-US" dirty="0"/>
              <a:t>Electromechanical Systems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984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Systems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41313" algn="just">
              <a:spcBef>
                <a:spcPts val="638"/>
              </a:spcBef>
              <a:spcAft>
                <a:spcPts val="1425"/>
              </a:spcAft>
              <a:buSzPct val="45000"/>
              <a:buFont typeface="Arial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b="1" dirty="0">
                <a:solidFill>
                  <a:srgbClr val="0070C0"/>
                </a:solidFill>
                <a:latin typeface="Calibri" charset="0"/>
              </a:rPr>
              <a:t>Static System: </a:t>
            </a:r>
            <a:r>
              <a:rPr lang="en-US" dirty="0">
                <a:solidFill>
                  <a:srgbClr val="000000"/>
                </a:solidFill>
                <a:latin typeface="Calibri" charset="0"/>
              </a:rPr>
              <a:t>If a system does not change with time, it is called a static system.</a:t>
            </a:r>
          </a:p>
          <a:p>
            <a:pPr indent="-341313" algn="just">
              <a:spcBef>
                <a:spcPts val="638"/>
              </a:spcBef>
              <a:spcAft>
                <a:spcPts val="1425"/>
              </a:spcAft>
              <a:buSzPct val="45000"/>
              <a:buFont typeface="Arial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b="1" dirty="0">
                <a:solidFill>
                  <a:srgbClr val="0070C0"/>
                </a:solidFill>
                <a:latin typeface="Calibri" charset="0"/>
              </a:rPr>
              <a:t>Dynamic System: </a:t>
            </a:r>
            <a:r>
              <a:rPr lang="en-US" dirty="0">
                <a:solidFill>
                  <a:srgbClr val="000000"/>
                </a:solidFill>
                <a:latin typeface="Calibri" charset="0"/>
              </a:rPr>
              <a:t>If a system changes with time, it is called a dynamic system. </a:t>
            </a: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1143000"/>
          </a:xfrm>
        </p:spPr>
        <p:txBody>
          <a:bodyPr/>
          <a:lstStyle/>
          <a:p>
            <a:r>
              <a:rPr lang="en-US" sz="3600" dirty="0"/>
              <a:t>Dynamic Systems</a:t>
            </a:r>
            <a:endParaRPr lang="en-US" sz="3600" dirty="0">
              <a:sym typeface="Symbol" pitchFamily="18" charset="2"/>
            </a:endParaRP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467544" y="1168876"/>
            <a:ext cx="8280920" cy="122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63525" indent="-263525" algn="just">
              <a:buFont typeface="Arial" pitchFamily="34" charset="0"/>
              <a:buChar char="•"/>
            </a:pPr>
            <a:r>
              <a:rPr lang="en-US" sz="2200" dirty="0"/>
              <a:t>A system is said to be dynamic  if its  current output  may depend on  the past history as well as the present values of the input variables. </a:t>
            </a:r>
          </a:p>
          <a:p>
            <a:pPr marL="263525" indent="-263525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/>
              <a:t>Mathematically,</a:t>
            </a:r>
          </a:p>
        </p:txBody>
      </p:sp>
      <p:graphicFrame>
        <p:nvGraphicFramePr>
          <p:cNvPr id="176128" name="Object 0"/>
          <p:cNvGraphicFramePr>
            <a:graphicFrameLocks noChangeAspect="1"/>
          </p:cNvGraphicFramePr>
          <p:nvPr/>
        </p:nvGraphicFramePr>
        <p:xfrm>
          <a:off x="3203848" y="2708920"/>
          <a:ext cx="3390139" cy="945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393480" progId="Equation.3">
                  <p:embed/>
                </p:oleObj>
              </mc:Choice>
              <mc:Fallback>
                <p:oleObj name="Equation" r:id="rId2" imgW="1244520" imgH="393480" progId="Equation.3">
                  <p:embed/>
                  <p:pic>
                    <p:nvPicPr>
                      <p:cNvPr id="17612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708920"/>
                        <a:ext cx="3390139" cy="945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611560" y="3789040"/>
            <a:ext cx="77724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200" b="1" u="sng" dirty="0"/>
              <a:t>Example</a:t>
            </a:r>
            <a:r>
              <a:rPr lang="en-US" sz="2200" dirty="0"/>
              <a:t>: A moving mass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228184" y="4077072"/>
            <a:ext cx="2181225" cy="1571625"/>
            <a:chOff x="4092" y="2688"/>
            <a:chExt cx="1374" cy="990"/>
          </a:xfrm>
        </p:grpSpPr>
        <p:sp>
          <p:nvSpPr>
            <p:cNvPr id="60424" name="Rectangle 8"/>
            <p:cNvSpPr>
              <a:spLocks noChangeArrowheads="1"/>
            </p:cNvSpPr>
            <p:nvPr/>
          </p:nvSpPr>
          <p:spPr bwMode="auto">
            <a:xfrm>
              <a:off x="4518" y="3054"/>
              <a:ext cx="756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6" name="Oval 10"/>
            <p:cNvSpPr>
              <a:spLocks noChangeArrowheads="1"/>
            </p:cNvSpPr>
            <p:nvPr/>
          </p:nvSpPr>
          <p:spPr bwMode="auto">
            <a:xfrm>
              <a:off x="4620" y="3588"/>
              <a:ext cx="84" cy="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7" name="Oval 11"/>
            <p:cNvSpPr>
              <a:spLocks noChangeArrowheads="1"/>
            </p:cNvSpPr>
            <p:nvPr/>
          </p:nvSpPr>
          <p:spPr bwMode="auto">
            <a:xfrm>
              <a:off x="5130" y="3588"/>
              <a:ext cx="84" cy="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8" name="Line 12"/>
            <p:cNvSpPr>
              <a:spLocks noChangeShapeType="1"/>
            </p:cNvSpPr>
            <p:nvPr/>
          </p:nvSpPr>
          <p:spPr bwMode="auto">
            <a:xfrm>
              <a:off x="4272" y="3678"/>
              <a:ext cx="11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9" name="Text Box 13"/>
            <p:cNvSpPr txBox="1">
              <a:spLocks noChangeArrowheads="1"/>
            </p:cNvSpPr>
            <p:nvPr/>
          </p:nvSpPr>
          <p:spPr bwMode="auto">
            <a:xfrm>
              <a:off x="4704" y="3162"/>
              <a:ext cx="4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M</a:t>
              </a:r>
            </a:p>
          </p:txBody>
        </p:sp>
        <p:sp>
          <p:nvSpPr>
            <p:cNvPr id="60431" name="Freeform 15"/>
            <p:cNvSpPr>
              <a:spLocks/>
            </p:cNvSpPr>
            <p:nvPr/>
          </p:nvSpPr>
          <p:spPr bwMode="auto">
            <a:xfrm>
              <a:off x="4806" y="2868"/>
              <a:ext cx="282" cy="180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0" y="6"/>
                </a:cxn>
                <a:cxn ang="0">
                  <a:pos x="174" y="0"/>
                </a:cxn>
              </a:cxnLst>
              <a:rect l="0" t="0" r="r" b="b"/>
              <a:pathLst>
                <a:path w="174" h="156">
                  <a:moveTo>
                    <a:pt x="0" y="156"/>
                  </a:moveTo>
                  <a:lnTo>
                    <a:pt x="0" y="6"/>
                  </a:lnTo>
                  <a:lnTo>
                    <a:pt x="17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32" name="Text Box 16"/>
            <p:cNvSpPr txBox="1">
              <a:spLocks noChangeArrowheads="1"/>
            </p:cNvSpPr>
            <p:nvPr/>
          </p:nvSpPr>
          <p:spPr bwMode="auto">
            <a:xfrm>
              <a:off x="5136" y="2688"/>
              <a:ext cx="2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y</a:t>
              </a:r>
            </a:p>
          </p:txBody>
        </p:sp>
        <p:sp>
          <p:nvSpPr>
            <p:cNvPr id="60433" name="Line 17"/>
            <p:cNvSpPr>
              <a:spLocks noChangeShapeType="1"/>
            </p:cNvSpPr>
            <p:nvPr/>
          </p:nvSpPr>
          <p:spPr bwMode="auto">
            <a:xfrm>
              <a:off x="4146" y="3324"/>
              <a:ext cx="36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34" name="Text Box 18"/>
            <p:cNvSpPr txBox="1">
              <a:spLocks noChangeArrowheads="1"/>
            </p:cNvSpPr>
            <p:nvPr/>
          </p:nvSpPr>
          <p:spPr bwMode="auto">
            <a:xfrm>
              <a:off x="4092" y="2922"/>
              <a:ext cx="2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u</a:t>
              </a:r>
            </a:p>
          </p:txBody>
        </p:sp>
      </p:grpSp>
      <p:sp>
        <p:nvSpPr>
          <p:cNvPr id="60435" name="Text Box 19"/>
          <p:cNvSpPr txBox="1">
            <a:spLocks noChangeArrowheads="1"/>
          </p:cNvSpPr>
          <p:nvPr/>
        </p:nvSpPr>
        <p:spPr bwMode="auto">
          <a:xfrm>
            <a:off x="752475" y="4914900"/>
            <a:ext cx="526732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u="sng" dirty="0"/>
              <a:t>Model</a:t>
            </a:r>
            <a:r>
              <a:rPr lang="en-US" sz="2200" dirty="0"/>
              <a:t>: Force=Mass x Acceleration</a:t>
            </a:r>
          </a:p>
        </p:txBody>
      </p:sp>
      <p:graphicFrame>
        <p:nvGraphicFramePr>
          <p:cNvPr id="176129" name="Object 1"/>
          <p:cNvGraphicFramePr>
            <a:graphicFrameLocks noChangeAspect="1"/>
          </p:cNvGraphicFramePr>
          <p:nvPr/>
        </p:nvGraphicFramePr>
        <p:xfrm>
          <a:off x="2725738" y="5592763"/>
          <a:ext cx="1567072" cy="500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177480" progId="Equation.3">
                  <p:embed/>
                </p:oleObj>
              </mc:Choice>
              <mc:Fallback>
                <p:oleObj name="Equation" r:id="rId4" imgW="419040" imgH="177480" progId="Equation.3">
                  <p:embed/>
                  <p:pic>
                    <p:nvPicPr>
                      <p:cNvPr id="17612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5592763"/>
                        <a:ext cx="1567072" cy="500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4624"/>
            <a:ext cx="8229600" cy="639762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3200" b="1" dirty="0">
                <a:solidFill>
                  <a:srgbClr val="C00000"/>
                </a:solidFill>
              </a:rPr>
              <a:t>Ways to Study a System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3315" name="Oval 2"/>
          <p:cNvSpPr>
            <a:spLocks noChangeArrowheads="1"/>
          </p:cNvSpPr>
          <p:nvPr/>
        </p:nvSpPr>
        <p:spPr bwMode="auto">
          <a:xfrm>
            <a:off x="2699792" y="1012200"/>
            <a:ext cx="1868764" cy="579933"/>
          </a:xfrm>
          <a:prstGeom prst="ellipse">
            <a:avLst/>
          </a:prstGeom>
          <a:gradFill rotWithShape="0">
            <a:gsLst>
              <a:gs pos="0">
                <a:srgbClr val="A4C1FF"/>
              </a:gs>
              <a:gs pos="100000">
                <a:srgbClr val="E5EFFF"/>
              </a:gs>
            </a:gsLst>
            <a:lin ang="16200000" scaled="1"/>
          </a:gradFill>
          <a:ln w="9360">
            <a:solidFill>
              <a:srgbClr val="4A7EBB"/>
            </a:solidFill>
            <a:round/>
            <a:headEnd/>
            <a:tailEnd/>
          </a:ln>
        </p:spPr>
        <p:txBody>
          <a:bodyPr lIns="90000" tIns="45000" rIns="90000" bIns="45000" anchor="ctr"/>
          <a:lstStyle/>
          <a:p>
            <a:pPr algn="ctr" hangingPunct="1">
              <a:lnSpc>
                <a:spcPct val="100000"/>
              </a:lnSpc>
              <a:tabLst>
                <a:tab pos="723900" algn="l"/>
                <a:tab pos="144780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Calibri" charset="0"/>
              </a:rPr>
              <a:t>System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743876" y="1863857"/>
            <a:ext cx="3204388" cy="608567"/>
            <a:chOff x="3743876" y="1863857"/>
            <a:chExt cx="3204388" cy="608567"/>
          </a:xfrm>
        </p:grpSpPr>
        <p:sp>
          <p:nvSpPr>
            <p:cNvPr id="13316" name="Rectangle 4"/>
            <p:cNvSpPr>
              <a:spLocks noChangeArrowheads="1"/>
            </p:cNvSpPr>
            <p:nvPr/>
          </p:nvSpPr>
          <p:spPr bwMode="auto">
            <a:xfrm>
              <a:off x="4974574" y="1863857"/>
              <a:ext cx="1973690" cy="608567"/>
            </a:xfrm>
            <a:prstGeom prst="rect">
              <a:avLst/>
            </a:prstGeom>
            <a:gradFill rotWithShape="0">
              <a:gsLst>
                <a:gs pos="0">
                  <a:srgbClr val="A4C1FF"/>
                </a:gs>
                <a:gs pos="100000">
                  <a:srgbClr val="E5EFFF"/>
                </a:gs>
              </a:gsLst>
              <a:lin ang="16200000" scaled="1"/>
            </a:gradFill>
            <a:ln w="9360">
              <a:solidFill>
                <a:srgbClr val="4A7EBB"/>
              </a:solidFill>
              <a:round/>
              <a:headEnd/>
              <a:tailEnd/>
            </a:ln>
          </p:spPr>
          <p:txBody>
            <a:bodyPr lIns="90000" tIns="45000" rIns="90000" bIns="45000" anchor="ctr"/>
            <a:lstStyle/>
            <a:p>
              <a:pPr algn="ctr" hangingPunct="1">
                <a:lnSpc>
                  <a:spcPct val="100000"/>
                </a:lnSpc>
                <a:tabLst>
                  <a:tab pos="723900" algn="l"/>
                  <a:tab pos="1447800" algn="l"/>
                  <a:tab pos="2171700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Experiment with a model of the System</a:t>
              </a:r>
            </a:p>
          </p:txBody>
        </p:sp>
        <p:cxnSp>
          <p:nvCxnSpPr>
            <p:cNvPr id="13322" name="AutoShape 10"/>
            <p:cNvCxnSpPr>
              <a:cxnSpLocks noChangeShapeType="1"/>
            </p:cNvCxnSpPr>
            <p:nvPr/>
          </p:nvCxnSpPr>
          <p:spPr bwMode="auto">
            <a:xfrm>
              <a:off x="3743876" y="1943676"/>
              <a:ext cx="1224000" cy="218945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round/>
              <a:headEnd/>
              <a:tailEnd type="triangle" w="med" len="med"/>
            </a:ln>
          </p:spPr>
        </p:cxnSp>
      </p:grp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6519814" y="6605087"/>
            <a:ext cx="1782688" cy="2082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500"/>
          </a:p>
        </p:txBody>
      </p:sp>
      <p:grpSp>
        <p:nvGrpSpPr>
          <p:cNvPr id="30" name="Group 29"/>
          <p:cNvGrpSpPr/>
          <p:nvPr/>
        </p:nvGrpSpPr>
        <p:grpSpPr>
          <a:xfrm>
            <a:off x="250182" y="1592133"/>
            <a:ext cx="3492664" cy="894359"/>
            <a:chOff x="250182" y="1592133"/>
            <a:chExt cx="3492664" cy="894359"/>
          </a:xfrm>
        </p:grpSpPr>
        <p:sp>
          <p:nvSpPr>
            <p:cNvPr id="2" name="Rectangle 3"/>
            <p:cNvSpPr>
              <a:spLocks noChangeArrowheads="1"/>
            </p:cNvSpPr>
            <p:nvPr/>
          </p:nvSpPr>
          <p:spPr bwMode="auto">
            <a:xfrm>
              <a:off x="250182" y="1877925"/>
              <a:ext cx="1973690" cy="608567"/>
            </a:xfrm>
            <a:prstGeom prst="rect">
              <a:avLst/>
            </a:prstGeom>
            <a:gradFill rotWithShape="0">
              <a:gsLst>
                <a:gs pos="0">
                  <a:srgbClr val="A4C1FF"/>
                </a:gs>
                <a:gs pos="100000">
                  <a:srgbClr val="E5EFFF"/>
                </a:gs>
              </a:gsLst>
              <a:lin ang="16200000" scaled="1"/>
            </a:gradFill>
            <a:ln w="9360">
              <a:solidFill>
                <a:srgbClr val="4A7EBB"/>
              </a:solidFill>
              <a:round/>
              <a:headEnd/>
              <a:tailEnd/>
            </a:ln>
          </p:spPr>
          <p:txBody>
            <a:bodyPr lIns="90000" tIns="45000" rIns="90000" bIns="45000" anchor="ctr"/>
            <a:lstStyle/>
            <a:p>
              <a:pPr algn="ctr" hangingPunct="1">
                <a:lnSpc>
                  <a:spcPct val="100000"/>
                </a:lnSpc>
                <a:tabLst>
                  <a:tab pos="723900" algn="l"/>
                  <a:tab pos="1447800" algn="l"/>
                  <a:tab pos="2171700" algn="l"/>
                </a:tabLst>
              </a:pPr>
              <a:r>
                <a:rPr lang="en-US" sz="1500" dirty="0">
                  <a:solidFill>
                    <a:srgbClr val="000000"/>
                  </a:solidFill>
                  <a:latin typeface="Calibri" charset="0"/>
                </a:rPr>
                <a:t>Experiment with actual System</a:t>
              </a:r>
            </a:p>
          </p:txBody>
        </p:sp>
        <p:cxnSp>
          <p:nvCxnSpPr>
            <p:cNvPr id="13321" name="AutoShape 9"/>
            <p:cNvCxnSpPr>
              <a:cxnSpLocks noChangeShapeType="1"/>
            </p:cNvCxnSpPr>
            <p:nvPr/>
          </p:nvCxnSpPr>
          <p:spPr bwMode="auto">
            <a:xfrm rot="10800000" flipV="1">
              <a:off x="2209804" y="1935865"/>
              <a:ext cx="1533042" cy="226756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round/>
              <a:headEnd/>
              <a:tailEnd type="triangle" w="med" len="med"/>
            </a:ln>
          </p:spPr>
        </p:cxnSp>
        <p:cxnSp>
          <p:nvCxnSpPr>
            <p:cNvPr id="36" name="Straight Arrow Connector 35"/>
            <p:cNvCxnSpPr>
              <a:stCxn id="13315" idx="4"/>
            </p:cNvCxnSpPr>
            <p:nvPr/>
          </p:nvCxnSpPr>
          <p:spPr>
            <a:xfrm>
              <a:off x="3634174" y="1592133"/>
              <a:ext cx="0" cy="360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3230646" y="2494525"/>
            <a:ext cx="5517818" cy="692919"/>
            <a:chOff x="3230646" y="2494525"/>
            <a:chExt cx="5517818" cy="692919"/>
          </a:xfrm>
        </p:grpSpPr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3230646" y="2752753"/>
              <a:ext cx="1973690" cy="434691"/>
            </a:xfrm>
            <a:prstGeom prst="rect">
              <a:avLst/>
            </a:prstGeom>
            <a:gradFill rotWithShape="0">
              <a:gsLst>
                <a:gs pos="0">
                  <a:srgbClr val="A4C1FF"/>
                </a:gs>
                <a:gs pos="100000">
                  <a:srgbClr val="E5EFFF"/>
                </a:gs>
              </a:gsLst>
              <a:lin ang="16200000" scaled="1"/>
            </a:gradFill>
            <a:ln w="9360">
              <a:solidFill>
                <a:srgbClr val="4A7EBB"/>
              </a:solidFill>
              <a:round/>
              <a:headEnd/>
              <a:tailEnd/>
            </a:ln>
          </p:spPr>
          <p:txBody>
            <a:bodyPr lIns="90000" tIns="45000" rIns="90000" bIns="45000" anchor="ctr"/>
            <a:lstStyle/>
            <a:p>
              <a:pPr algn="ctr" hangingPunct="1">
                <a:lnSpc>
                  <a:spcPct val="100000"/>
                </a:lnSpc>
                <a:tabLst>
                  <a:tab pos="723900" algn="l"/>
                  <a:tab pos="1447800" algn="l"/>
                  <a:tab pos="2171700" algn="l"/>
                </a:tabLst>
              </a:pPr>
              <a:r>
                <a:rPr lang="en-US" sz="1500" dirty="0">
                  <a:solidFill>
                    <a:srgbClr val="000000"/>
                  </a:solidFill>
                  <a:latin typeface="Calibri" charset="0"/>
                </a:rPr>
                <a:t>Physical Model</a:t>
              </a:r>
            </a:p>
          </p:txBody>
        </p:sp>
        <p:sp>
          <p:nvSpPr>
            <p:cNvPr id="13318" name="Rectangle 6"/>
            <p:cNvSpPr>
              <a:spLocks noChangeArrowheads="1"/>
            </p:cNvSpPr>
            <p:nvPr/>
          </p:nvSpPr>
          <p:spPr bwMode="auto">
            <a:xfrm>
              <a:off x="6774774" y="2696481"/>
              <a:ext cx="1973690" cy="434691"/>
            </a:xfrm>
            <a:prstGeom prst="rect">
              <a:avLst/>
            </a:prstGeom>
            <a:gradFill rotWithShape="0">
              <a:gsLst>
                <a:gs pos="0">
                  <a:srgbClr val="A4C1FF"/>
                </a:gs>
                <a:gs pos="100000">
                  <a:srgbClr val="E5EFFF"/>
                </a:gs>
              </a:gsLst>
              <a:lin ang="16200000" scaled="1"/>
            </a:gradFill>
            <a:ln w="9360">
              <a:solidFill>
                <a:srgbClr val="4A7EBB"/>
              </a:solidFill>
              <a:round/>
              <a:headEnd/>
              <a:tailEnd/>
            </a:ln>
          </p:spPr>
          <p:txBody>
            <a:bodyPr lIns="90000" tIns="45000" rIns="90000" bIns="45000" anchor="ctr"/>
            <a:lstStyle/>
            <a:p>
              <a:pPr algn="ctr" hangingPunct="1">
                <a:lnSpc>
                  <a:spcPct val="100000"/>
                </a:lnSpc>
                <a:tabLst>
                  <a:tab pos="723900" algn="l"/>
                  <a:tab pos="1447800" algn="l"/>
                  <a:tab pos="2171700" algn="l"/>
                </a:tabLst>
              </a:pPr>
              <a:r>
                <a:rPr lang="en-US" sz="1500" dirty="0">
                  <a:solidFill>
                    <a:srgbClr val="000000"/>
                  </a:solidFill>
                  <a:latin typeface="Calibri" charset="0"/>
                </a:rPr>
                <a:t>Mathematical Model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5184160" y="2494525"/>
              <a:ext cx="1595123" cy="461852"/>
              <a:chOff x="5041482" y="2104720"/>
              <a:chExt cx="1595123" cy="461852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5041482" y="2350572"/>
                <a:ext cx="1595123" cy="216000"/>
                <a:chOff x="5271574" y="2364640"/>
                <a:chExt cx="1595123" cy="216000"/>
              </a:xfrm>
            </p:grpSpPr>
            <p:cxnSp>
              <p:nvCxnSpPr>
                <p:cNvPr id="13323" name="AutoShape 11"/>
                <p:cNvCxnSpPr>
                  <a:cxnSpLocks noChangeShapeType="1"/>
                </p:cNvCxnSpPr>
                <p:nvPr/>
              </p:nvCxnSpPr>
              <p:spPr bwMode="auto">
                <a:xfrm>
                  <a:off x="5911686" y="2369620"/>
                  <a:ext cx="955011" cy="173876"/>
                </a:xfrm>
                <a:prstGeom prst="bentConnector3">
                  <a:avLst>
                    <a:gd name="adj1" fmla="val 50000"/>
                  </a:avLst>
                </a:prstGeom>
                <a:noFill/>
                <a:ln w="9360">
                  <a:solidFill>
                    <a:srgbClr val="4A7EBB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13324" name="AutoShape 12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271574" y="2364640"/>
                  <a:ext cx="828000" cy="2160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9360">
                  <a:solidFill>
                    <a:srgbClr val="4A7EBB"/>
                  </a:solidFill>
                  <a:round/>
                  <a:headEnd/>
                  <a:tailEnd type="triangle" w="med" len="med"/>
                </a:ln>
              </p:spPr>
            </p:cxnSp>
          </p:grpSp>
          <p:cxnSp>
            <p:nvCxnSpPr>
              <p:cNvPr id="37" name="Straight Arrow Connector 36"/>
              <p:cNvCxnSpPr/>
              <p:nvPr/>
            </p:nvCxnSpPr>
            <p:spPr>
              <a:xfrm>
                <a:off x="5813210" y="2104720"/>
                <a:ext cx="0" cy="24192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oup 32"/>
          <p:cNvGrpSpPr/>
          <p:nvPr/>
        </p:nvGrpSpPr>
        <p:grpSpPr>
          <a:xfrm>
            <a:off x="4988642" y="3142597"/>
            <a:ext cx="3569542" cy="1268177"/>
            <a:chOff x="4988642" y="3142597"/>
            <a:chExt cx="3569542" cy="1268177"/>
          </a:xfrm>
        </p:grpSpPr>
        <p:sp>
          <p:nvSpPr>
            <p:cNvPr id="13319" name="Rectangle 7"/>
            <p:cNvSpPr>
              <a:spLocks noChangeArrowheads="1"/>
            </p:cNvSpPr>
            <p:nvPr/>
          </p:nvSpPr>
          <p:spPr bwMode="auto">
            <a:xfrm>
              <a:off x="4988642" y="3360289"/>
              <a:ext cx="1901682" cy="464551"/>
            </a:xfrm>
            <a:prstGeom prst="rect">
              <a:avLst/>
            </a:prstGeom>
            <a:gradFill rotWithShape="0">
              <a:gsLst>
                <a:gs pos="0">
                  <a:srgbClr val="A4C1FF"/>
                </a:gs>
                <a:gs pos="100000">
                  <a:srgbClr val="E5EFFF"/>
                </a:gs>
              </a:gsLst>
              <a:lin ang="16200000" scaled="1"/>
            </a:gradFill>
            <a:ln w="9360">
              <a:solidFill>
                <a:srgbClr val="4A7EBB"/>
              </a:solidFill>
              <a:round/>
              <a:headEnd/>
              <a:tailEnd/>
            </a:ln>
          </p:spPr>
          <p:txBody>
            <a:bodyPr lIns="90000" tIns="45000" rIns="90000" bIns="45000" anchor="ctr"/>
            <a:lstStyle/>
            <a:p>
              <a:pPr algn="ctr" hangingPunct="1">
                <a:lnSpc>
                  <a:spcPct val="100000"/>
                </a:lnSpc>
                <a:tabLst>
                  <a:tab pos="723900" algn="l"/>
                  <a:tab pos="1447800" algn="l"/>
                  <a:tab pos="2171700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Analytical Solution </a:t>
              </a:r>
            </a:p>
          </p:txBody>
        </p:sp>
        <p:sp>
          <p:nvSpPr>
            <p:cNvPr id="13320" name="Rectangle 8"/>
            <p:cNvSpPr>
              <a:spLocks noChangeArrowheads="1"/>
            </p:cNvSpPr>
            <p:nvPr/>
          </p:nvSpPr>
          <p:spPr bwMode="auto">
            <a:xfrm>
              <a:off x="6872526" y="4033161"/>
              <a:ext cx="1685658" cy="377613"/>
            </a:xfrm>
            <a:prstGeom prst="rect">
              <a:avLst/>
            </a:prstGeom>
            <a:gradFill rotWithShape="0">
              <a:gsLst>
                <a:gs pos="0">
                  <a:srgbClr val="A4C1FF"/>
                </a:gs>
                <a:gs pos="100000">
                  <a:srgbClr val="E5EFFF"/>
                </a:gs>
              </a:gsLst>
              <a:lin ang="16200000" scaled="1"/>
            </a:gradFill>
            <a:ln w="9360">
              <a:solidFill>
                <a:srgbClr val="4A7EBB"/>
              </a:solidFill>
              <a:round/>
              <a:headEnd/>
              <a:tailEnd/>
            </a:ln>
          </p:spPr>
          <p:txBody>
            <a:bodyPr lIns="90000" tIns="45000" rIns="90000" bIns="45000" anchor="ctr"/>
            <a:lstStyle/>
            <a:p>
              <a:pPr algn="ctr" hangingPunct="1">
                <a:lnSpc>
                  <a:spcPct val="100000"/>
                </a:lnSpc>
                <a:tabLst>
                  <a:tab pos="723900" algn="l"/>
                  <a:tab pos="1447800" algn="l"/>
                  <a:tab pos="2171700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Simulation</a:t>
              </a:r>
            </a:p>
          </p:txBody>
        </p:sp>
        <p:cxnSp>
          <p:nvCxnSpPr>
            <p:cNvPr id="53" name="AutoShape 12"/>
            <p:cNvCxnSpPr>
              <a:cxnSpLocks noChangeShapeType="1"/>
            </p:cNvCxnSpPr>
            <p:nvPr/>
          </p:nvCxnSpPr>
          <p:spPr bwMode="auto">
            <a:xfrm rot="10800000" flipV="1">
              <a:off x="6885650" y="3402517"/>
              <a:ext cx="828000" cy="216000"/>
            </a:xfrm>
            <a:prstGeom prst="bentConnector3">
              <a:avLst>
                <a:gd name="adj1" fmla="val 50000"/>
              </a:avLst>
            </a:prstGeom>
            <a:noFill/>
            <a:ln w="9360">
              <a:solidFill>
                <a:srgbClr val="4A7EBB"/>
              </a:solidFill>
              <a:round/>
              <a:headEnd/>
              <a:tailEnd type="triangle" w="med" len="med"/>
            </a:ln>
          </p:spPr>
        </p:cxnSp>
        <p:cxnSp>
          <p:nvCxnSpPr>
            <p:cNvPr id="51" name="Straight Arrow Connector 50"/>
            <p:cNvCxnSpPr/>
            <p:nvPr/>
          </p:nvCxnSpPr>
          <p:spPr>
            <a:xfrm>
              <a:off x="7713650" y="3142597"/>
              <a:ext cx="0" cy="864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1272362" y="4394869"/>
            <a:ext cx="7432230" cy="1224136"/>
            <a:chOff x="1272362" y="4394869"/>
            <a:chExt cx="7432230" cy="1224136"/>
          </a:xfrm>
        </p:grpSpPr>
        <p:sp>
          <p:nvSpPr>
            <p:cNvPr id="13328" name="Rectangle 16"/>
            <p:cNvSpPr>
              <a:spLocks noChangeArrowheads="1"/>
            </p:cNvSpPr>
            <p:nvPr/>
          </p:nvSpPr>
          <p:spPr bwMode="auto">
            <a:xfrm>
              <a:off x="1272362" y="5271252"/>
              <a:ext cx="1973690" cy="347753"/>
            </a:xfrm>
            <a:prstGeom prst="rect">
              <a:avLst/>
            </a:prstGeom>
            <a:gradFill rotWithShape="0">
              <a:gsLst>
                <a:gs pos="0">
                  <a:srgbClr val="A4C1FF"/>
                </a:gs>
                <a:gs pos="100000">
                  <a:srgbClr val="E5EFFF"/>
                </a:gs>
              </a:gsLst>
              <a:lin ang="16200000" scaled="1"/>
            </a:gradFill>
            <a:ln w="9360">
              <a:solidFill>
                <a:srgbClr val="4A7EBB"/>
              </a:solidFill>
              <a:round/>
              <a:headEnd/>
              <a:tailEnd/>
            </a:ln>
          </p:spPr>
          <p:txBody>
            <a:bodyPr lIns="90000" tIns="45000" rIns="90000" bIns="45000" anchor="ctr"/>
            <a:lstStyle/>
            <a:p>
              <a:pPr algn="ctr" hangingPunct="1">
                <a:lnSpc>
                  <a:spcPct val="100000"/>
                </a:lnSpc>
                <a:tabLst>
                  <a:tab pos="723900" algn="l"/>
                  <a:tab pos="1447800" algn="l"/>
                  <a:tab pos="2171700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Frequency Domain</a:t>
              </a:r>
            </a:p>
          </p:txBody>
        </p:sp>
        <p:sp>
          <p:nvSpPr>
            <p:cNvPr id="13329" name="Rectangle 17"/>
            <p:cNvSpPr>
              <a:spLocks noChangeArrowheads="1"/>
            </p:cNvSpPr>
            <p:nvPr/>
          </p:nvSpPr>
          <p:spPr bwMode="auto">
            <a:xfrm>
              <a:off x="4109140" y="5258965"/>
              <a:ext cx="1973690" cy="347753"/>
            </a:xfrm>
            <a:prstGeom prst="rect">
              <a:avLst/>
            </a:prstGeom>
            <a:gradFill rotWithShape="0">
              <a:gsLst>
                <a:gs pos="0">
                  <a:srgbClr val="A4C1FF"/>
                </a:gs>
                <a:gs pos="100000">
                  <a:srgbClr val="E5EFFF"/>
                </a:gs>
              </a:gsLst>
              <a:lin ang="16200000" scaled="1"/>
            </a:gradFill>
            <a:ln w="9360">
              <a:solidFill>
                <a:srgbClr val="4A7EBB"/>
              </a:solidFill>
              <a:round/>
              <a:headEnd/>
              <a:tailEnd/>
            </a:ln>
          </p:spPr>
          <p:txBody>
            <a:bodyPr lIns="90000" tIns="45000" rIns="90000" bIns="45000" anchor="ctr"/>
            <a:lstStyle/>
            <a:p>
              <a:pPr algn="ctr" hangingPunct="1">
                <a:lnSpc>
                  <a:spcPct val="100000"/>
                </a:lnSpc>
                <a:tabLst>
                  <a:tab pos="723900" algn="l"/>
                  <a:tab pos="1447800" algn="l"/>
                  <a:tab pos="2171700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Time Domain</a:t>
              </a:r>
            </a:p>
          </p:txBody>
        </p:sp>
        <p:sp>
          <p:nvSpPr>
            <p:cNvPr id="13330" name="Rectangle 18"/>
            <p:cNvSpPr>
              <a:spLocks noChangeArrowheads="1"/>
            </p:cNvSpPr>
            <p:nvPr/>
          </p:nvSpPr>
          <p:spPr bwMode="auto">
            <a:xfrm>
              <a:off x="6730902" y="5258965"/>
              <a:ext cx="1973690" cy="347753"/>
            </a:xfrm>
            <a:prstGeom prst="rect">
              <a:avLst/>
            </a:prstGeom>
            <a:gradFill rotWithShape="0">
              <a:gsLst>
                <a:gs pos="0">
                  <a:srgbClr val="A4C1FF"/>
                </a:gs>
                <a:gs pos="100000">
                  <a:srgbClr val="E5EFFF"/>
                </a:gs>
              </a:gsLst>
              <a:lin ang="16200000" scaled="1"/>
            </a:gradFill>
            <a:ln w="9360">
              <a:solidFill>
                <a:srgbClr val="4A7EBB"/>
              </a:solidFill>
              <a:round/>
              <a:headEnd/>
              <a:tailEnd/>
            </a:ln>
          </p:spPr>
          <p:txBody>
            <a:bodyPr lIns="90000" tIns="45000" rIns="90000" bIns="45000" anchor="ctr"/>
            <a:lstStyle/>
            <a:p>
              <a:pPr algn="ctr" hangingPunct="1">
                <a:lnSpc>
                  <a:spcPct val="100000"/>
                </a:lnSpc>
                <a:tabLst>
                  <a:tab pos="723900" algn="l"/>
                  <a:tab pos="1447800" algn="l"/>
                  <a:tab pos="2171700" algn="l"/>
                </a:tabLst>
              </a:pPr>
              <a:r>
                <a:rPr lang="en-US" sz="1500">
                  <a:solidFill>
                    <a:srgbClr val="000000"/>
                  </a:solidFill>
                  <a:latin typeface="Calibri" charset="0"/>
                </a:rPr>
                <a:t>Hybrid Domain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7737346" y="4394869"/>
              <a:ext cx="0" cy="864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2266406" y="4754909"/>
              <a:ext cx="54726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2266406" y="4754909"/>
              <a:ext cx="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5074718" y="4754909"/>
              <a:ext cx="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3200" b="1" dirty="0"/>
              <a:t>Model</a:t>
            </a: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57200" y="990600"/>
            <a:ext cx="8229600" cy="5135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marL="342900" indent="-341313" algn="just" hangingPunct="1">
              <a:lnSpc>
                <a:spcPct val="100000"/>
              </a:lnSpc>
              <a:spcBef>
                <a:spcPts val="638"/>
              </a:spcBef>
              <a:spcAft>
                <a:spcPts val="1425"/>
              </a:spcAft>
              <a:buSzPct val="45000"/>
              <a:buFont typeface="Arial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3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3200" i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en-US" sz="3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is a simplified representation or abstraction of reality. </a:t>
            </a:r>
          </a:p>
          <a:p>
            <a:pPr marL="342900" indent="-341313" algn="just" hangingPunct="1">
              <a:lnSpc>
                <a:spcPct val="100000"/>
              </a:lnSpc>
              <a:spcBef>
                <a:spcPts val="638"/>
              </a:spcBef>
              <a:spcAft>
                <a:spcPts val="1425"/>
              </a:spcAft>
              <a:buSzPct val="45000"/>
              <a:buFont typeface="Arial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3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Reality is generally too complex to copy exactly. </a:t>
            </a:r>
          </a:p>
          <a:p>
            <a:pPr marL="342900" indent="-341313" algn="just" hangingPunct="1">
              <a:lnSpc>
                <a:spcPct val="100000"/>
              </a:lnSpc>
              <a:spcBef>
                <a:spcPts val="638"/>
              </a:spcBef>
              <a:spcAft>
                <a:spcPts val="1425"/>
              </a:spcAft>
              <a:buSzPct val="45000"/>
              <a:buFont typeface="Arial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3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Much of the complexity is actually </a:t>
            </a:r>
            <a:r>
              <a:rPr lang="en-US" sz="32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irrelevant</a:t>
            </a:r>
            <a:r>
              <a:rPr lang="en-US" sz="3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 problem solving.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What is Mathematical Model?</a:t>
            </a:r>
          </a:p>
        </p:txBody>
      </p:sp>
      <p:sp>
        <p:nvSpPr>
          <p:cNvPr id="79879" name="Rectangle 2055"/>
          <p:cNvSpPr>
            <a:spLocks noChangeArrowheads="1"/>
          </p:cNvSpPr>
          <p:nvPr/>
        </p:nvSpPr>
        <p:spPr bwMode="auto">
          <a:xfrm>
            <a:off x="539552" y="1556792"/>
            <a:ext cx="78359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200" dirty="0"/>
              <a:t>A set of mathematical equations (e.g., differential </a:t>
            </a:r>
            <a:r>
              <a:rPr lang="en-US" sz="2200" dirty="0" err="1"/>
              <a:t>eqs</a:t>
            </a:r>
            <a:r>
              <a:rPr lang="en-US" sz="2200" dirty="0"/>
              <a:t>.) that describes the input-output behavior of a system.</a:t>
            </a:r>
          </a:p>
        </p:txBody>
      </p:sp>
      <p:sp>
        <p:nvSpPr>
          <p:cNvPr id="79880" name="Text Box 2056"/>
          <p:cNvSpPr txBox="1">
            <a:spLocks noChangeArrowheads="1"/>
          </p:cNvSpPr>
          <p:nvPr/>
        </p:nvSpPr>
        <p:spPr bwMode="auto">
          <a:xfrm>
            <a:off x="1057275" y="3003550"/>
            <a:ext cx="427672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What is a model  used for?</a:t>
            </a:r>
          </a:p>
        </p:txBody>
      </p:sp>
      <p:sp>
        <p:nvSpPr>
          <p:cNvPr id="79882" name="Text Box 2058"/>
          <p:cNvSpPr txBox="1">
            <a:spLocks noChangeArrowheads="1"/>
          </p:cNvSpPr>
          <p:nvPr/>
        </p:nvSpPr>
        <p:spPr bwMode="auto">
          <a:xfrm>
            <a:off x="1114425" y="3581400"/>
            <a:ext cx="600075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000" dirty="0"/>
              <a:t>Simulation</a:t>
            </a:r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000" dirty="0"/>
              <a:t>Prediction/Forecasting</a:t>
            </a:r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000" dirty="0"/>
              <a:t>Prognostics/Diagnostics</a:t>
            </a:r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000" dirty="0"/>
              <a:t>Design/Performance Evaluation</a:t>
            </a:r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000" dirty="0"/>
              <a:t>Control System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0" grpId="0" autoUpdateAnimBg="0"/>
      <p:bldP spid="7988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9E714-942F-94C4-FAB5-90B7ED38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54729-9D9C-F250-2485-6A78200F3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Mathematical Model</a:t>
            </a:r>
            <a:br>
              <a:rPr lang="en-US" dirty="0"/>
            </a:br>
            <a:r>
              <a:rPr lang="en-US" dirty="0"/>
              <a:t> </a:t>
            </a:r>
            <a:r>
              <a:rPr lang="en-US" b="1" i="1" dirty="0"/>
              <a:t>Mathematical modeling </a:t>
            </a:r>
            <a:r>
              <a:rPr lang="en-US" dirty="0"/>
              <a:t>of any control system is the first and foremost task that a</a:t>
            </a:r>
            <a:br>
              <a:rPr lang="en-US" dirty="0"/>
            </a:br>
            <a:r>
              <a:rPr lang="en-US" dirty="0"/>
              <a:t>control engineer has to accomplish for design and analysis of any control engineering</a:t>
            </a:r>
            <a:br>
              <a:rPr lang="en-US" dirty="0"/>
            </a:br>
            <a:r>
              <a:rPr lang="en-US" dirty="0"/>
              <a:t>problem.</a:t>
            </a:r>
            <a:br>
              <a:rPr lang="en-US" dirty="0"/>
            </a:br>
            <a:r>
              <a:rPr lang="en-US" dirty="0"/>
              <a:t> A mathematical model of a dynamic system is defined as a set of differential equations</a:t>
            </a:r>
            <a:br>
              <a:rPr lang="en-US" dirty="0"/>
            </a:br>
            <a:r>
              <a:rPr lang="en-US" dirty="0"/>
              <a:t>that represents the dynamics of the system accurately, or at least fairly well.</a:t>
            </a:r>
            <a:br>
              <a:rPr lang="en-US" dirty="0"/>
            </a:br>
            <a:r>
              <a:rPr lang="en-US" dirty="0"/>
              <a:t> Note that a mathematical model is not unique to a given system. A system may be</a:t>
            </a:r>
            <a:br>
              <a:rPr lang="en-US" dirty="0"/>
            </a:br>
            <a:r>
              <a:rPr lang="en-US" dirty="0"/>
              <a:t>represented in many different ways and, therefore, may have many mathematical</a:t>
            </a:r>
            <a:br>
              <a:rPr lang="en-US" dirty="0"/>
            </a:br>
            <a:r>
              <a:rPr lang="en-US" dirty="0"/>
              <a:t>models, depending on one’s perspective. For example,</a:t>
            </a:r>
            <a:br>
              <a:rPr lang="en-US" dirty="0"/>
            </a:br>
            <a:r>
              <a:rPr lang="en-US" dirty="0"/>
              <a:t> In optimal control problems, it is good to use state-space representations.</a:t>
            </a:r>
            <a:br>
              <a:rPr lang="en-US" dirty="0"/>
            </a:br>
            <a:r>
              <a:rPr lang="en-US" dirty="0"/>
              <a:t> On the other hand, for the transient-response or frequency-response analysis of </a:t>
            </a:r>
            <a:r>
              <a:rPr lang="en-US" dirty="0" err="1"/>
              <a:t>singleinput</a:t>
            </a:r>
            <a:r>
              <a:rPr lang="en-US" dirty="0"/>
              <a:t>-single-output, linear, time-invariant systems, the transfer function</a:t>
            </a:r>
            <a:br>
              <a:rPr lang="en-US" dirty="0"/>
            </a:br>
            <a:r>
              <a:rPr lang="en-US" dirty="0"/>
              <a:t>representation may be more convenient than any other.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6836C-4A0E-EB65-BD82-73B1DF5A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19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97FF-1D98-E803-DC02-D6E77BE2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0C7A-E6E2-3B1E-8543-5E3034B92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 Once a mathematical model of a system is obtained, various analytical and</a:t>
            </a:r>
            <a:br>
              <a:rPr lang="en-US" dirty="0"/>
            </a:br>
            <a:r>
              <a:rPr lang="en-US" dirty="0"/>
              <a:t>computational techniques may be used for analysis and synthesis purposes. Because</a:t>
            </a:r>
            <a:br>
              <a:rPr lang="en-US" dirty="0"/>
            </a:br>
            <a:r>
              <a:rPr lang="en-US" dirty="0"/>
              <a:t>the systems under consideration are dynamic in nature, the equations are usually</a:t>
            </a:r>
            <a:br>
              <a:rPr lang="en-US" dirty="0"/>
            </a:br>
            <a:r>
              <a:rPr lang="en-US" dirty="0"/>
              <a:t>differential equations. If these equations can be linearized, then the Laplace</a:t>
            </a:r>
            <a:br>
              <a:rPr lang="en-US" dirty="0"/>
            </a:br>
            <a:r>
              <a:rPr lang="en-US" dirty="0"/>
              <a:t>transform may be utilized to simplify the method of solution. </a:t>
            </a:r>
            <a:r>
              <a:rPr lang="en-US" b="1" dirty="0"/>
              <a:t>3</a:t>
            </a:r>
            <a:br>
              <a:rPr lang="en-US" dirty="0"/>
            </a:br>
            <a:r>
              <a:rPr lang="en-US" dirty="0"/>
              <a:t>Different Mathematical Models</a:t>
            </a:r>
            <a:br>
              <a:rPr lang="en-US" dirty="0"/>
            </a:br>
            <a:r>
              <a:rPr lang="en-US" dirty="0"/>
              <a:t> Commonly used mathematical models are</a:t>
            </a:r>
            <a:br>
              <a:rPr lang="en-US" dirty="0"/>
            </a:br>
            <a:r>
              <a:rPr lang="en-US" dirty="0"/>
              <a:t> Differential equation model (Time Domain).</a:t>
            </a:r>
            <a:br>
              <a:rPr lang="en-US" dirty="0"/>
            </a:br>
            <a:r>
              <a:rPr lang="en-US" dirty="0"/>
              <a:t> Transfer function model (S-Domain).</a:t>
            </a:r>
            <a:br>
              <a:rPr lang="en-US" dirty="0"/>
            </a:br>
            <a:r>
              <a:rPr lang="en-US" dirty="0"/>
              <a:t> State space model (Time Domain).</a:t>
            </a:r>
            <a:br>
              <a:rPr lang="en-US" dirty="0"/>
            </a:br>
            <a:r>
              <a:rPr lang="en-US" dirty="0"/>
              <a:t> Use of the models depends on the application. For example, to find the</a:t>
            </a:r>
            <a:br>
              <a:rPr lang="en-US" dirty="0"/>
            </a:br>
            <a:r>
              <a:rPr lang="en-US" dirty="0"/>
              <a:t>transient or steady state response of SISO (Single Input Single Output)</a:t>
            </a:r>
            <a:br>
              <a:rPr lang="en-US" dirty="0"/>
            </a:br>
            <a:r>
              <a:rPr lang="en-US" dirty="0"/>
              <a:t>LTI (Linear Time Invariant) system transfer function model is useful. On</a:t>
            </a:r>
            <a:br>
              <a:rPr lang="en-US" dirty="0"/>
            </a:br>
            <a:r>
              <a:rPr lang="en-US" dirty="0"/>
              <a:t>the other hand for optimal control application state space model is</a:t>
            </a:r>
            <a:br>
              <a:rPr lang="en-US" dirty="0"/>
            </a:br>
            <a:r>
              <a:rPr lang="en-US" dirty="0"/>
              <a:t>useful.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CAC8B-A0D7-E49D-45E6-F6E48AAD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029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Black Box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When only input and output are known.</a:t>
            </a:r>
          </a:p>
          <a:p>
            <a:pPr algn="just"/>
            <a:r>
              <a:rPr lang="en-GB" dirty="0"/>
              <a:t>Internal dynamics are either too complex or unknown.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Easy to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</a:t>
            </a:fld>
            <a:endParaRPr lang="en-GB"/>
          </a:p>
        </p:txBody>
      </p:sp>
      <p:grpSp>
        <p:nvGrpSpPr>
          <p:cNvPr id="11" name="Group 10"/>
          <p:cNvGrpSpPr/>
          <p:nvPr/>
        </p:nvGrpSpPr>
        <p:grpSpPr>
          <a:xfrm>
            <a:off x="1771459" y="3717032"/>
            <a:ext cx="5608853" cy="1080120"/>
            <a:chOff x="1475656" y="3717032"/>
            <a:chExt cx="5608853" cy="1080120"/>
          </a:xfrm>
        </p:grpSpPr>
        <p:grpSp>
          <p:nvGrpSpPr>
            <p:cNvPr id="8" name="Group 7"/>
            <p:cNvGrpSpPr/>
            <p:nvPr/>
          </p:nvGrpSpPr>
          <p:grpSpPr>
            <a:xfrm>
              <a:off x="2195736" y="3717032"/>
              <a:ext cx="3974508" cy="1080120"/>
              <a:chOff x="2195736" y="3861048"/>
              <a:chExt cx="3974508" cy="108012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3347864" y="3861048"/>
                <a:ext cx="1656184" cy="1080120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Right Arrow 5"/>
              <p:cNvSpPr/>
              <p:nvPr/>
            </p:nvSpPr>
            <p:spPr>
              <a:xfrm>
                <a:off x="2195736" y="4293096"/>
                <a:ext cx="1152128" cy="2160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Right Arrow 6"/>
              <p:cNvSpPr/>
              <p:nvPr/>
            </p:nvSpPr>
            <p:spPr>
              <a:xfrm>
                <a:off x="5018116" y="4293096"/>
                <a:ext cx="1152128" cy="2160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475656" y="4077072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Input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28184" y="4077072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Output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Grey Box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When input and output and some information about the internal dynamics of the system is known.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Easier than white box Modelling.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11</a:t>
            </a:fld>
            <a:endParaRPr lang="en-GB"/>
          </a:p>
        </p:txBody>
      </p:sp>
      <p:grpSp>
        <p:nvGrpSpPr>
          <p:cNvPr id="8" name="Group 10"/>
          <p:cNvGrpSpPr/>
          <p:nvPr/>
        </p:nvGrpSpPr>
        <p:grpSpPr>
          <a:xfrm>
            <a:off x="2563547" y="3573016"/>
            <a:ext cx="4107270" cy="1080120"/>
            <a:chOff x="2123728" y="3717032"/>
            <a:chExt cx="4107270" cy="1080120"/>
          </a:xfrm>
        </p:grpSpPr>
        <p:grpSp>
          <p:nvGrpSpPr>
            <p:cNvPr id="11" name="Group 7"/>
            <p:cNvGrpSpPr/>
            <p:nvPr/>
          </p:nvGrpSpPr>
          <p:grpSpPr>
            <a:xfrm>
              <a:off x="2195736" y="3717032"/>
              <a:ext cx="3974508" cy="1080120"/>
              <a:chOff x="2195736" y="3861048"/>
              <a:chExt cx="3974508" cy="108012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3347864" y="3861048"/>
                <a:ext cx="1656184" cy="108012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Right Arrow 5"/>
              <p:cNvSpPr/>
              <p:nvPr/>
            </p:nvSpPr>
            <p:spPr>
              <a:xfrm>
                <a:off x="2195736" y="4293096"/>
                <a:ext cx="1152128" cy="2160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Right Arrow 6"/>
              <p:cNvSpPr/>
              <p:nvPr/>
            </p:nvSpPr>
            <p:spPr>
              <a:xfrm>
                <a:off x="5018116" y="4293096"/>
                <a:ext cx="1152128" cy="21602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3728" y="3717032"/>
              <a:ext cx="524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u(t)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24128" y="3717032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y(t)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211960" y="3933056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y[u(t), 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White Box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When input and output and internal dynamics of the system is known.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algn="just"/>
            <a:r>
              <a:rPr lang="en-GB" dirty="0"/>
              <a:t>One should know have complete knowledge of the system to derive a white box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12</a:t>
            </a:fld>
            <a:endParaRPr lang="en-GB"/>
          </a:p>
        </p:txBody>
      </p:sp>
      <p:grpSp>
        <p:nvGrpSpPr>
          <p:cNvPr id="14" name="Group 13"/>
          <p:cNvGrpSpPr/>
          <p:nvPr/>
        </p:nvGrpSpPr>
        <p:grpSpPr>
          <a:xfrm>
            <a:off x="1115616" y="3356992"/>
            <a:ext cx="6950252" cy="1080120"/>
            <a:chOff x="1115616" y="3501008"/>
            <a:chExt cx="6950252" cy="1080120"/>
          </a:xfrm>
        </p:grpSpPr>
        <p:grpSp>
          <p:nvGrpSpPr>
            <p:cNvPr id="8" name="Group 10"/>
            <p:cNvGrpSpPr/>
            <p:nvPr/>
          </p:nvGrpSpPr>
          <p:grpSpPr>
            <a:xfrm>
              <a:off x="1115616" y="3501008"/>
              <a:ext cx="6950252" cy="1080120"/>
              <a:chOff x="1599159" y="3717032"/>
              <a:chExt cx="5138709" cy="1080120"/>
            </a:xfrm>
          </p:grpSpPr>
          <p:grpSp>
            <p:nvGrpSpPr>
              <p:cNvPr id="11" name="Group 7"/>
              <p:cNvGrpSpPr/>
              <p:nvPr/>
            </p:nvGrpSpPr>
            <p:grpSpPr>
              <a:xfrm>
                <a:off x="2195736" y="3717032"/>
                <a:ext cx="3974508" cy="1080120"/>
                <a:chOff x="2195736" y="3861048"/>
                <a:chExt cx="3974508" cy="1080120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3347864" y="3861048"/>
                  <a:ext cx="1656184" cy="1080120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" name="Right Arrow 5"/>
                <p:cNvSpPr/>
                <p:nvPr/>
              </p:nvSpPr>
              <p:spPr>
                <a:xfrm>
                  <a:off x="2195736" y="4293096"/>
                  <a:ext cx="1152128" cy="216024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" name="Right Arrow 6"/>
                <p:cNvSpPr/>
                <p:nvPr/>
              </p:nvSpPr>
              <p:spPr>
                <a:xfrm>
                  <a:off x="5018116" y="4293096"/>
                  <a:ext cx="1152128" cy="216024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1599159" y="4077072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i="1" dirty="0"/>
                  <a:t>u(t)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230998" y="4077072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i="1" dirty="0"/>
                  <a:t>y(t)</a:t>
                </a:r>
              </a:p>
            </p:txBody>
          </p:sp>
        </p:grpSp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3553303" y="3717032"/>
            <a:ext cx="2109851" cy="6288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20480" imgH="393480" progId="Equation.3">
                    <p:embed/>
                  </p:oleObj>
                </mc:Choice>
                <mc:Fallback>
                  <p:oleObj name="Equation" r:id="rId2" imgW="1320480" imgH="393480" progId="Equation.3">
                    <p:embed/>
                    <p:pic>
                      <p:nvPicPr>
                        <p:cNvPr id="1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3303" y="3717032"/>
                          <a:ext cx="2109851" cy="6288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9552" y="44624"/>
            <a:ext cx="7772400" cy="1470025"/>
          </a:xfrm>
        </p:spPr>
        <p:txBody>
          <a:bodyPr/>
          <a:lstStyle/>
          <a:p>
            <a:r>
              <a:rPr lang="en-US" dirty="0"/>
              <a:t>Laplace Transform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9C9149-DF17-EBA0-E381-61478DA9F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070100"/>
            <a:ext cx="4057650" cy="4286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AC781D-2544-F238-DA6C-424522D6F7C8}"/>
              </a:ext>
            </a:extLst>
          </p:cNvPr>
          <p:cNvSpPr txBox="1"/>
          <p:nvPr/>
        </p:nvSpPr>
        <p:spPr>
          <a:xfrm>
            <a:off x="539552" y="1704975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02060"/>
                </a:solidFill>
                <a:effectLst/>
                <a:latin typeface="TrebuchetMS"/>
              </a:rPr>
              <a:t>Laplace Transforms: method for</a:t>
            </a:r>
          </a:p>
          <a:p>
            <a:pPr>
              <a:buNone/>
            </a:pPr>
            <a:r>
              <a:rPr lang="en-US" sz="1800" b="0" i="0" dirty="0">
                <a:solidFill>
                  <a:srgbClr val="002060"/>
                </a:solidFill>
                <a:effectLst/>
                <a:latin typeface="TrebuchetMS"/>
              </a:rPr>
              <a:t>solving differential equations,</a:t>
            </a:r>
          </a:p>
          <a:p>
            <a:pPr>
              <a:buNone/>
            </a:pPr>
            <a:r>
              <a:rPr lang="en-US" sz="1800" b="0" i="0" dirty="0">
                <a:solidFill>
                  <a:srgbClr val="002060"/>
                </a:solidFill>
                <a:effectLst/>
                <a:latin typeface="TrebuchetMS"/>
              </a:rPr>
              <a:t>converts differential equations</a:t>
            </a:r>
          </a:p>
          <a:p>
            <a:pPr>
              <a:buNone/>
            </a:pPr>
            <a:r>
              <a:rPr lang="en-US" sz="1800" b="0" i="0" dirty="0">
                <a:solidFill>
                  <a:srgbClr val="002060"/>
                </a:solidFill>
                <a:effectLst/>
                <a:latin typeface="TrebuchetMS"/>
              </a:rPr>
              <a:t>in time 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CambriaMath"/>
              </a:rPr>
              <a:t>𝑡 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TrebuchetMS"/>
              </a:rPr>
              <a:t>into algebraic</a:t>
            </a:r>
          </a:p>
          <a:p>
            <a:pPr>
              <a:buNone/>
            </a:pPr>
            <a:r>
              <a:rPr lang="en-US" sz="1800" b="0" i="0" dirty="0">
                <a:solidFill>
                  <a:srgbClr val="002060"/>
                </a:solidFill>
                <a:effectLst/>
                <a:latin typeface="TrebuchetMS"/>
              </a:rPr>
              <a:t>equations in complex variable 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CambriaMath"/>
              </a:rPr>
              <a:t>𝑠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TrebuchetMS"/>
              </a:rPr>
              <a:t>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260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Basic Elements of Electrical Systems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28110"/>
            <a:ext cx="2133600" cy="365125"/>
          </a:xfrm>
        </p:spPr>
        <p:txBody>
          <a:bodyPr/>
          <a:lstStyle/>
          <a:p>
            <a:fld id="{7A0D5CAB-8BF0-4EA3-BAE4-9835C852A49B}" type="slidenum">
              <a:rPr lang="en-GB" smtClean="0"/>
              <a:pPr/>
              <a:t>14</a:t>
            </a:fld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28996"/>
              </p:ext>
            </p:extLst>
          </p:nvPr>
        </p:nvGraphicFramePr>
        <p:xfrm>
          <a:off x="107504" y="1268760"/>
          <a:ext cx="8964489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3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V-I  Relation (Time Domain)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V-I  Relation (Frequency Domain)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600" dirty="0"/>
                    </a:p>
                    <a:p>
                      <a:pPr algn="ctr"/>
                      <a:r>
                        <a:rPr lang="en-GB" sz="2600" dirty="0"/>
                        <a:t>Resistor</a:t>
                      </a:r>
                    </a:p>
                    <a:p>
                      <a:pPr algn="ctr"/>
                      <a:endParaRPr lang="en-GB" sz="2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600" dirty="0"/>
                    </a:p>
                    <a:p>
                      <a:pPr algn="ctr"/>
                      <a:r>
                        <a:rPr lang="en-GB" sz="2600" dirty="0"/>
                        <a:t>Capacitor</a:t>
                      </a:r>
                    </a:p>
                    <a:p>
                      <a:pPr algn="ctr"/>
                      <a:endParaRPr lang="en-GB" sz="2600" dirty="0"/>
                    </a:p>
                    <a:p>
                      <a:pPr algn="ctr"/>
                      <a:endParaRPr lang="en-GB" sz="2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600" dirty="0"/>
                    </a:p>
                    <a:p>
                      <a:pPr algn="ctr"/>
                      <a:r>
                        <a:rPr lang="en-GB" sz="2600" dirty="0"/>
                        <a:t>Inductor</a:t>
                      </a:r>
                    </a:p>
                    <a:p>
                      <a:pPr algn="ctr"/>
                      <a:endParaRPr lang="en-GB" sz="2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inductor-symbol.gif"/>
          <p:cNvPicPr>
            <a:picLocks noChangeAspect="1"/>
          </p:cNvPicPr>
          <p:nvPr/>
        </p:nvPicPr>
        <p:blipFill>
          <a:blip r:embed="rId2" cstate="print"/>
          <a:srcRect t="40289" b="11364"/>
          <a:stretch>
            <a:fillRect/>
          </a:stretch>
        </p:blipFill>
        <p:spPr>
          <a:xfrm>
            <a:off x="2267744" y="5965056"/>
            <a:ext cx="1728192" cy="432048"/>
          </a:xfrm>
          <a:prstGeom prst="rect">
            <a:avLst/>
          </a:prstGeom>
        </p:spPr>
      </p:pic>
      <p:pic>
        <p:nvPicPr>
          <p:cNvPr id="6" name="Picture 5" descr="capacitor-symbol.jpg"/>
          <p:cNvPicPr>
            <a:picLocks noChangeAspect="1"/>
          </p:cNvPicPr>
          <p:nvPr/>
        </p:nvPicPr>
        <p:blipFill>
          <a:blip r:embed="rId3" cstate="print"/>
          <a:srcRect t="10521" b="34811"/>
          <a:stretch>
            <a:fillRect/>
          </a:stretch>
        </p:blipFill>
        <p:spPr>
          <a:xfrm>
            <a:off x="2296042" y="4452888"/>
            <a:ext cx="1711077" cy="532313"/>
          </a:xfrm>
          <a:prstGeom prst="rect">
            <a:avLst/>
          </a:prstGeom>
        </p:spPr>
      </p:pic>
      <p:pic>
        <p:nvPicPr>
          <p:cNvPr id="7" name="Picture 6" descr="parts-2.jpg"/>
          <p:cNvPicPr>
            <a:picLocks noChangeAspect="1"/>
          </p:cNvPicPr>
          <p:nvPr/>
        </p:nvPicPr>
        <p:blipFill>
          <a:blip r:embed="rId4" cstate="print"/>
          <a:srcRect l="37503" t="28338" r="14896" b="61048"/>
          <a:stretch>
            <a:fillRect/>
          </a:stretch>
        </p:blipFill>
        <p:spPr>
          <a:xfrm>
            <a:off x="2245522" y="3012728"/>
            <a:ext cx="1675696" cy="432048"/>
          </a:xfrm>
          <a:prstGeom prst="rect">
            <a:avLst/>
          </a:prstGeom>
        </p:spPr>
      </p:pic>
      <p:graphicFrame>
        <p:nvGraphicFramePr>
          <p:cNvPr id="2447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780200"/>
              </p:ext>
            </p:extLst>
          </p:nvPr>
        </p:nvGraphicFramePr>
        <p:xfrm>
          <a:off x="4283968" y="5740549"/>
          <a:ext cx="214153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80" imgH="355320" progId="Equation.3">
                  <p:embed/>
                </p:oleObj>
              </mc:Choice>
              <mc:Fallback>
                <p:oleObj name="Equation" r:id="rId5" imgW="863280" imgH="355320" progId="Equation.3">
                  <p:embed/>
                  <p:pic>
                    <p:nvPicPr>
                      <p:cNvPr id="2447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5740549"/>
                        <a:ext cx="2141537" cy="881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885703"/>
              </p:ext>
            </p:extLst>
          </p:nvPr>
        </p:nvGraphicFramePr>
        <p:xfrm>
          <a:off x="4139952" y="4236864"/>
          <a:ext cx="233045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9600" imgH="355320" progId="Equation.3">
                  <p:embed/>
                </p:oleObj>
              </mc:Choice>
              <mc:Fallback>
                <p:oleObj name="Equation" r:id="rId7" imgW="939600" imgH="355320" progId="Equation.3">
                  <p:embed/>
                  <p:pic>
                    <p:nvPicPr>
                      <p:cNvPr id="24473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236864"/>
                        <a:ext cx="2330450" cy="88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124229"/>
              </p:ext>
            </p:extLst>
          </p:nvPr>
        </p:nvGraphicFramePr>
        <p:xfrm>
          <a:off x="4355976" y="2940720"/>
          <a:ext cx="19208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0" imgH="203040" progId="Equation.3">
                  <p:embed/>
                </p:oleObj>
              </mc:Choice>
              <mc:Fallback>
                <p:oleObj name="Equation" r:id="rId9" imgW="774360" imgH="203040" progId="Equation.3">
                  <p:embed/>
                  <p:pic>
                    <p:nvPicPr>
                      <p:cNvPr id="2447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2940720"/>
                        <a:ext cx="1920875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68669"/>
              </p:ext>
            </p:extLst>
          </p:nvPr>
        </p:nvGraphicFramePr>
        <p:xfrm>
          <a:off x="6804248" y="2868712"/>
          <a:ext cx="20780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7836" imgH="203112" progId="Equation.3">
                  <p:embed/>
                </p:oleObj>
              </mc:Choice>
              <mc:Fallback>
                <p:oleObj name="Equation" r:id="rId11" imgW="837836" imgH="203112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2868712"/>
                        <a:ext cx="20780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013172"/>
              </p:ext>
            </p:extLst>
          </p:nvPr>
        </p:nvGraphicFramePr>
        <p:xfrm>
          <a:off x="6660232" y="4236864"/>
          <a:ext cx="2205037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88614" imgH="355446" progId="Equation.3">
                  <p:embed/>
                </p:oleObj>
              </mc:Choice>
              <mc:Fallback>
                <p:oleObj name="Equation" r:id="rId13" imgW="888614" imgH="355446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4236864"/>
                        <a:ext cx="2205037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486003"/>
              </p:ext>
            </p:extLst>
          </p:nvPr>
        </p:nvGraphicFramePr>
        <p:xfrm>
          <a:off x="6660232" y="5893867"/>
          <a:ext cx="21399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63225" imgH="203112" progId="Equation.3">
                  <p:embed/>
                </p:oleObj>
              </mc:Choice>
              <mc:Fallback>
                <p:oleObj name="Equation" r:id="rId15" imgW="863225" imgH="203112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5893867"/>
                        <a:ext cx="21399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6557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 err="1"/>
              <a:t>Example#1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7504" y="1196752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The two-port network shown in the following figure has </a:t>
            </a:r>
            <a:r>
              <a:rPr lang="en-US" sz="2400" i="1" dirty="0">
                <a:solidFill>
                  <a:srgbClr val="FF0000"/>
                </a:solidFill>
              </a:rPr>
              <a:t>v</a:t>
            </a:r>
            <a:r>
              <a:rPr lang="en-US" sz="2400" baseline="-25000" dirty="0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(t)</a:t>
            </a:r>
            <a:r>
              <a:rPr lang="en-US" sz="2400" dirty="0"/>
              <a:t> as the input voltage and </a:t>
            </a:r>
            <a:r>
              <a:rPr lang="en-US" sz="2400" i="1" dirty="0" err="1">
                <a:solidFill>
                  <a:srgbClr val="FF0000"/>
                </a:solidFill>
              </a:rPr>
              <a:t>v</a:t>
            </a:r>
            <a:r>
              <a:rPr lang="en-US" sz="2400" baseline="-25000" dirty="0" err="1">
                <a:solidFill>
                  <a:srgbClr val="FF0000"/>
                </a:solidFill>
              </a:rPr>
              <a:t>o</a:t>
            </a:r>
            <a:r>
              <a:rPr lang="en-US" sz="2400" dirty="0">
                <a:solidFill>
                  <a:srgbClr val="FF0000"/>
                </a:solidFill>
              </a:rPr>
              <a:t>(t)</a:t>
            </a:r>
            <a:r>
              <a:rPr lang="en-US" sz="2400" dirty="0"/>
              <a:t> as the output voltage. Find the transfer function </a:t>
            </a:r>
            <a:r>
              <a:rPr lang="en-US" sz="2400" dirty="0">
                <a:solidFill>
                  <a:srgbClr val="FF0000"/>
                </a:solidFill>
              </a:rPr>
              <a:t>V</a:t>
            </a:r>
            <a:r>
              <a:rPr lang="en-US" sz="2400" baseline="-25000" dirty="0">
                <a:solidFill>
                  <a:srgbClr val="FF0000"/>
                </a:solidFill>
              </a:rPr>
              <a:t>o</a:t>
            </a:r>
            <a:r>
              <a:rPr lang="en-US" sz="2400" dirty="0">
                <a:solidFill>
                  <a:srgbClr val="FF0000"/>
                </a:solidFill>
              </a:rPr>
              <a:t>(s)/V</a:t>
            </a:r>
            <a:r>
              <a:rPr lang="en-US" sz="2400" baseline="-25000" dirty="0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(s) </a:t>
            </a:r>
            <a:r>
              <a:rPr lang="en-US" sz="2400" dirty="0"/>
              <a:t>of the network. </a:t>
            </a:r>
            <a:endParaRPr lang="en-GB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15</a:t>
            </a:fld>
            <a:endParaRPr lang="en-GB"/>
          </a:p>
        </p:txBody>
      </p:sp>
      <p:grpSp>
        <p:nvGrpSpPr>
          <p:cNvPr id="14" name="Group 13"/>
          <p:cNvGrpSpPr/>
          <p:nvPr/>
        </p:nvGrpSpPr>
        <p:grpSpPr>
          <a:xfrm>
            <a:off x="2411760" y="2564904"/>
            <a:ext cx="4392488" cy="1944216"/>
            <a:chOff x="2555776" y="2996952"/>
            <a:chExt cx="4392488" cy="1944216"/>
          </a:xfrm>
        </p:grpSpPr>
        <p:grpSp>
          <p:nvGrpSpPr>
            <p:cNvPr id="8" name="Group 7"/>
            <p:cNvGrpSpPr/>
            <p:nvPr/>
          </p:nvGrpSpPr>
          <p:grpSpPr>
            <a:xfrm>
              <a:off x="2699792" y="2996952"/>
              <a:ext cx="3888433" cy="1944216"/>
              <a:chOff x="3131839" y="3140968"/>
              <a:chExt cx="3253165" cy="1440160"/>
            </a:xfrm>
          </p:grpSpPr>
          <p:pic>
            <p:nvPicPr>
              <p:cNvPr id="210947" name="Picture 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31839" y="3140968"/>
                <a:ext cx="3253165" cy="1440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" name="TextBox 6"/>
              <p:cNvSpPr txBox="1"/>
              <p:nvPr/>
            </p:nvSpPr>
            <p:spPr>
              <a:xfrm>
                <a:off x="4990193" y="3860972"/>
                <a:ext cx="576064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</a:t>
                </a:r>
              </a:p>
            </p:txBody>
          </p:sp>
        </p:grpSp>
        <p:sp>
          <p:nvSpPr>
            <p:cNvPr id="210949" name="Text Box 5"/>
            <p:cNvSpPr txBox="1">
              <a:spLocks noChangeArrowheads="1"/>
            </p:cNvSpPr>
            <p:nvPr/>
          </p:nvSpPr>
          <p:spPr bwMode="auto">
            <a:xfrm>
              <a:off x="3713622" y="3933056"/>
              <a:ext cx="714362" cy="515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GB" sz="2000" dirty="0" err="1"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 Antiqua" pitchFamily="18" charset="0"/>
                  <a:ea typeface="Arial" pitchFamily="34" charset="0"/>
                  <a:cs typeface="Arial" pitchFamily="34" charset="0"/>
                </a:rPr>
                <a:t>(t)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950" name="Text Box 6"/>
            <p:cNvSpPr txBox="1">
              <a:spLocks noChangeArrowheads="1"/>
            </p:cNvSpPr>
            <p:nvPr/>
          </p:nvSpPr>
          <p:spPr bwMode="auto">
            <a:xfrm>
              <a:off x="2555776" y="3887099"/>
              <a:ext cx="792088" cy="497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GB" sz="2000" i="1" dirty="0">
                  <a:latin typeface="Calibri" pitchFamily="34" charset="0"/>
                  <a:ea typeface="Arial" pitchFamily="34" charset="0"/>
                  <a:cs typeface="Arial" pitchFamily="34" charset="0"/>
                </a:rPr>
                <a:t>v</a:t>
              </a:r>
              <a:r>
                <a:rPr lang="en-GB" sz="2000" baseline="-25000" dirty="0">
                  <a:latin typeface="Calibri" pitchFamily="34" charset="0"/>
                  <a:ea typeface="Arial" pitchFamily="34" charset="0"/>
                  <a:cs typeface="Arial" pitchFamily="34" charset="0"/>
                </a:rPr>
                <a:t>i</a:t>
              </a:r>
              <a:r>
                <a:rPr lang="en-GB" sz="2000" dirty="0">
                  <a:latin typeface="Calibri" pitchFamily="34" charset="0"/>
                  <a:ea typeface="Arial" pitchFamily="34" charset="0"/>
                  <a:cs typeface="Arial" pitchFamily="34" charset="0"/>
                </a:rPr>
                <a:t>( t</a:t>
              </a: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 Antiqua" pitchFamily="18" charset="0"/>
                  <a:ea typeface="Arial" pitchFamily="34" charset="0"/>
                  <a:cs typeface="Arial" pitchFamily="34" charset="0"/>
                </a:rPr>
                <a:t>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951" name="Text Box 7"/>
            <p:cNvSpPr txBox="1">
              <a:spLocks noChangeArrowheads="1"/>
            </p:cNvSpPr>
            <p:nvPr/>
          </p:nvSpPr>
          <p:spPr bwMode="auto">
            <a:xfrm>
              <a:off x="6089886" y="3900104"/>
              <a:ext cx="858378" cy="392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v</a:t>
              </a:r>
              <a:r>
                <a:rPr lang="en-GB" sz="2000" baseline="-25000" dirty="0" err="1">
                  <a:latin typeface="Calibri" pitchFamily="34" charset="0"/>
                  <a:ea typeface="Arial" pitchFamily="34" charset="0"/>
                  <a:cs typeface="Arial" pitchFamily="34" charset="0"/>
                </a:rPr>
                <a:t>o</a:t>
              </a: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 Antiqua" pitchFamily="18" charset="0"/>
                  <a:ea typeface="Arial" pitchFamily="34" charset="0"/>
                  <a:cs typeface="Arial" pitchFamily="34" charset="0"/>
                </a:rPr>
                <a:t>(t)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952" name="Arc 8"/>
            <p:cNvSpPr>
              <a:spLocks/>
            </p:cNvSpPr>
            <p:nvPr/>
          </p:nvSpPr>
          <p:spPr bwMode="auto">
            <a:xfrm>
              <a:off x="3710584" y="3645025"/>
              <a:ext cx="717400" cy="93610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1691"/>
                <a:gd name="T2" fmla="*/ 7932 w 21600"/>
                <a:gd name="T3" fmla="*/ 41691 h 41691"/>
                <a:gd name="T4" fmla="*/ 0 w 21600"/>
                <a:gd name="T5" fmla="*/ 21600 h 41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69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0467"/>
                    <a:pt x="16180" y="38434"/>
                    <a:pt x="7931" y="41690"/>
                  </a:cubicBezTo>
                </a:path>
                <a:path w="21600" h="4169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0467"/>
                    <a:pt x="16180" y="38434"/>
                    <a:pt x="7931" y="4169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200"/>
            </a:p>
          </p:txBody>
        </p:sp>
      </p:grp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611559" y="4653136"/>
          <a:ext cx="3816425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355320" progId="Equation.3">
                  <p:embed/>
                </p:oleObj>
              </mc:Choice>
              <mc:Fallback>
                <p:oleObj name="Equation" r:id="rId4" imgW="1257120" imgH="355320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59" y="4653136"/>
                        <a:ext cx="3816425" cy="8640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4" name="Object 10"/>
          <p:cNvGraphicFramePr>
            <a:graphicFrameLocks noChangeAspect="1"/>
          </p:cNvGraphicFramePr>
          <p:nvPr/>
        </p:nvGraphicFramePr>
        <p:xfrm>
          <a:off x="683568" y="5445224"/>
          <a:ext cx="27368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355320" progId="Equation.3">
                  <p:embed/>
                </p:oleObj>
              </mc:Choice>
              <mc:Fallback>
                <p:oleObj name="Equation" r:id="rId6" imgW="901440" imgH="355320" progId="Equation.3">
                  <p:embed/>
                  <p:pic>
                    <p:nvPicPr>
                      <p:cNvPr id="2109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5445224"/>
                        <a:ext cx="273685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66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 err="1"/>
              <a:t>Example#1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7504" y="2071389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Taking Laplace transform of both equations, considering initial conditions to zero.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Re-arrange both equations as:</a:t>
            </a:r>
            <a:endParaRPr lang="en-GB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16</a:t>
            </a:fld>
            <a:endParaRPr lang="en-GB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539552" y="1268760"/>
          <a:ext cx="3816425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355320" progId="Equation.3">
                  <p:embed/>
                </p:oleObj>
              </mc:Choice>
              <mc:Fallback>
                <p:oleObj name="Equation" r:id="rId3" imgW="1257120" imgH="355320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268760"/>
                        <a:ext cx="3816425" cy="8640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4" name="Object 10"/>
          <p:cNvGraphicFramePr>
            <a:graphicFrameLocks noChangeAspect="1"/>
          </p:cNvGraphicFramePr>
          <p:nvPr/>
        </p:nvGraphicFramePr>
        <p:xfrm>
          <a:off x="5363542" y="1268760"/>
          <a:ext cx="27368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355320" progId="Equation.3">
                  <p:embed/>
                </p:oleObj>
              </mc:Choice>
              <mc:Fallback>
                <p:oleObj name="Equation" r:id="rId5" imgW="901440" imgH="355320" progId="Equation.3">
                  <p:embed/>
                  <p:pic>
                    <p:nvPicPr>
                      <p:cNvPr id="2109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3542" y="1268760"/>
                        <a:ext cx="273685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539552" y="3068638"/>
            <a:ext cx="7536061" cy="935930"/>
            <a:chOff x="539552" y="3068638"/>
            <a:chExt cx="7536061" cy="935930"/>
          </a:xfrm>
        </p:grpSpPr>
        <p:graphicFrame>
          <p:nvGraphicFramePr>
            <p:cNvPr id="211972" name="Object 9"/>
            <p:cNvGraphicFramePr>
              <a:graphicFrameLocks noChangeAspect="1"/>
            </p:cNvGraphicFramePr>
            <p:nvPr/>
          </p:nvGraphicFramePr>
          <p:xfrm>
            <a:off x="539552" y="3140968"/>
            <a:ext cx="377825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44520" imgH="355320" progId="Equation.3">
                    <p:embed/>
                  </p:oleObj>
                </mc:Choice>
                <mc:Fallback>
                  <p:oleObj name="Equation" r:id="rId7" imgW="1244520" imgH="355320" progId="Equation.3">
                    <p:embed/>
                    <p:pic>
                      <p:nvPicPr>
                        <p:cNvPr id="21197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552" y="3140968"/>
                          <a:ext cx="3778250" cy="863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1973" name="Object 10"/>
            <p:cNvGraphicFramePr>
              <a:graphicFrameLocks noChangeAspect="1"/>
            </p:cNvGraphicFramePr>
            <p:nvPr/>
          </p:nvGraphicFramePr>
          <p:xfrm>
            <a:off x="5532438" y="3068638"/>
            <a:ext cx="2543175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38080" imgH="355320" progId="Equation.3">
                    <p:embed/>
                  </p:oleObj>
                </mc:Choice>
                <mc:Fallback>
                  <p:oleObj name="Equation" r:id="rId9" imgW="838080" imgH="355320" progId="Equation.3">
                    <p:embed/>
                    <p:pic>
                      <p:nvPicPr>
                        <p:cNvPr id="21197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2438" y="3068638"/>
                          <a:ext cx="2543175" cy="863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1974" name="Object 6"/>
          <p:cNvGraphicFramePr>
            <a:graphicFrameLocks noChangeAspect="1"/>
          </p:cNvGraphicFramePr>
          <p:nvPr/>
        </p:nvGraphicFramePr>
        <p:xfrm>
          <a:off x="5652120" y="5157192"/>
          <a:ext cx="24669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12520" imgH="203040" progId="Equation.3">
                  <p:embed/>
                </p:oleObj>
              </mc:Choice>
              <mc:Fallback>
                <p:oleObj name="Equation" r:id="rId11" imgW="812520" imgH="203040" progId="Equation.3">
                  <p:embed/>
                  <p:pic>
                    <p:nvPicPr>
                      <p:cNvPr id="2119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5157192"/>
                        <a:ext cx="2466975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5" name="Object 7"/>
          <p:cNvGraphicFramePr>
            <a:graphicFrameLocks noChangeAspect="1"/>
          </p:cNvGraphicFramePr>
          <p:nvPr/>
        </p:nvGraphicFramePr>
        <p:xfrm>
          <a:off x="755576" y="5013176"/>
          <a:ext cx="33924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17440" imgH="355320" progId="Equation.3">
                  <p:embed/>
                </p:oleObj>
              </mc:Choice>
              <mc:Fallback>
                <p:oleObj name="Equation" r:id="rId13" imgW="1117440" imgH="355320" progId="Equation.3">
                  <p:embed/>
                  <p:pic>
                    <p:nvPicPr>
                      <p:cNvPr id="2119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5013176"/>
                        <a:ext cx="3392488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751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 err="1"/>
              <a:t>Example#1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7504" y="2071389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Substitute </a:t>
            </a:r>
            <a:r>
              <a:rPr lang="en-US" sz="2400" i="1" dirty="0">
                <a:solidFill>
                  <a:srgbClr val="FF0000"/>
                </a:solidFill>
              </a:rPr>
              <a:t>I(s) </a:t>
            </a:r>
            <a:r>
              <a:rPr lang="en-US" sz="2400" dirty="0"/>
              <a:t>in equation on left</a:t>
            </a:r>
          </a:p>
          <a:p>
            <a:pPr algn="just"/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17</a:t>
            </a:fld>
            <a:endParaRPr lang="en-GB"/>
          </a:p>
        </p:txBody>
      </p:sp>
      <p:graphicFrame>
        <p:nvGraphicFramePr>
          <p:cNvPr id="211974" name="Object 6"/>
          <p:cNvGraphicFramePr>
            <a:graphicFrameLocks noChangeAspect="1"/>
          </p:cNvGraphicFramePr>
          <p:nvPr/>
        </p:nvGraphicFramePr>
        <p:xfrm>
          <a:off x="5436096" y="1484784"/>
          <a:ext cx="24669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520" imgH="203040" progId="Equation.3">
                  <p:embed/>
                </p:oleObj>
              </mc:Choice>
              <mc:Fallback>
                <p:oleObj name="Equation" r:id="rId3" imgW="812520" imgH="203040" progId="Equation.3">
                  <p:embed/>
                  <p:pic>
                    <p:nvPicPr>
                      <p:cNvPr id="2119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1484784"/>
                        <a:ext cx="2466975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5" name="Object 7"/>
          <p:cNvGraphicFramePr>
            <a:graphicFrameLocks noChangeAspect="1"/>
          </p:cNvGraphicFramePr>
          <p:nvPr/>
        </p:nvGraphicFramePr>
        <p:xfrm>
          <a:off x="683568" y="1196752"/>
          <a:ext cx="33924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355320" progId="Equation.3">
                  <p:embed/>
                </p:oleObj>
              </mc:Choice>
              <mc:Fallback>
                <p:oleObj name="Equation" r:id="rId5" imgW="1117440" imgH="355320" progId="Equation.3">
                  <p:embed/>
                  <p:pic>
                    <p:nvPicPr>
                      <p:cNvPr id="2119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196752"/>
                        <a:ext cx="3392488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7"/>
          <p:cNvGraphicFramePr>
            <a:graphicFrameLocks noChangeAspect="1"/>
          </p:cNvGraphicFramePr>
          <p:nvPr/>
        </p:nvGraphicFramePr>
        <p:xfrm>
          <a:off x="2824659" y="2708920"/>
          <a:ext cx="347553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20480" imgH="355320" progId="Equation.3">
                  <p:embed/>
                </p:oleObj>
              </mc:Choice>
              <mc:Fallback>
                <p:oleObj name="Equation" r:id="rId7" imgW="1320480" imgH="355320" progId="Equation.3">
                  <p:embed/>
                  <p:pic>
                    <p:nvPicPr>
                      <p:cNvPr id="21300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659" y="2708920"/>
                        <a:ext cx="347553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1" name="Object 7"/>
          <p:cNvGraphicFramePr>
            <a:graphicFrameLocks noChangeAspect="1"/>
          </p:cNvGraphicFramePr>
          <p:nvPr/>
        </p:nvGraphicFramePr>
        <p:xfrm>
          <a:off x="3103860" y="3933056"/>
          <a:ext cx="290830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04840" imgH="507960" progId="Equation.3">
                  <p:embed/>
                </p:oleObj>
              </mc:Choice>
              <mc:Fallback>
                <p:oleObj name="Equation" r:id="rId9" imgW="1104840" imgH="507960" progId="Equation.3">
                  <p:embed/>
                  <p:pic>
                    <p:nvPicPr>
                      <p:cNvPr id="21300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860" y="3933056"/>
                        <a:ext cx="2908300" cy="1233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2" name="Object 7"/>
          <p:cNvGraphicFramePr>
            <a:graphicFrameLocks noChangeAspect="1"/>
          </p:cNvGraphicFramePr>
          <p:nvPr/>
        </p:nvGraphicFramePr>
        <p:xfrm>
          <a:off x="3325813" y="5518150"/>
          <a:ext cx="2373312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01440" imgH="380880" progId="Equation.3">
                  <p:embed/>
                </p:oleObj>
              </mc:Choice>
              <mc:Fallback>
                <p:oleObj name="Equation" r:id="rId11" imgW="901440" imgH="380880" progId="Equation.3">
                  <p:embed/>
                  <p:pic>
                    <p:nvPicPr>
                      <p:cNvPr id="21300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3" y="5518150"/>
                        <a:ext cx="2373312" cy="9255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980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 err="1"/>
              <a:t>Example#1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7504" y="2215405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The system has one pole at </a:t>
            </a:r>
          </a:p>
          <a:p>
            <a:pPr algn="just"/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18</a:t>
            </a:fld>
            <a:endParaRPr lang="en-GB"/>
          </a:p>
        </p:txBody>
      </p:sp>
      <p:graphicFrame>
        <p:nvGraphicFramePr>
          <p:cNvPr id="213002" name="Object 7"/>
          <p:cNvGraphicFramePr>
            <a:graphicFrameLocks noChangeAspect="1"/>
          </p:cNvGraphicFramePr>
          <p:nvPr/>
        </p:nvGraphicFramePr>
        <p:xfrm>
          <a:off x="3203848" y="1135335"/>
          <a:ext cx="2373312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380880" progId="Equation.3">
                  <p:embed/>
                </p:oleObj>
              </mc:Choice>
              <mc:Fallback>
                <p:oleObj name="Equation" r:id="rId3" imgW="901440" imgH="380880" progId="Equation.3">
                  <p:embed/>
                  <p:pic>
                    <p:nvPicPr>
                      <p:cNvPr id="21300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135335"/>
                        <a:ext cx="2373312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3" name="Object 10"/>
          <p:cNvGraphicFramePr>
            <a:graphicFrameLocks noChangeAspect="1"/>
          </p:cNvGraphicFramePr>
          <p:nvPr/>
        </p:nvGraphicFramePr>
        <p:xfrm>
          <a:off x="2411760" y="2780928"/>
          <a:ext cx="40782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080" imgH="355320" progId="Equation.3">
                  <p:embed/>
                </p:oleObj>
              </mc:Choice>
              <mc:Fallback>
                <p:oleObj name="Equation" r:id="rId5" imgW="1549080" imgH="355320" progId="Equation.3">
                  <p:embed/>
                  <p:pic>
                    <p:nvPicPr>
                      <p:cNvPr id="22938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780928"/>
                        <a:ext cx="4078288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5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712968" cy="4525963"/>
          </a:xfrm>
        </p:spPr>
        <p:txBody>
          <a:bodyPr/>
          <a:lstStyle/>
          <a:p>
            <a:r>
              <a:rPr lang="en-US" dirty="0"/>
              <a:t>Find the transfer function G(S) of the following two port network.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19</a:t>
            </a:fld>
            <a:endParaRPr lang="en-GB"/>
          </a:p>
        </p:txBody>
      </p:sp>
      <p:grpSp>
        <p:nvGrpSpPr>
          <p:cNvPr id="14" name="Group 13"/>
          <p:cNvGrpSpPr/>
          <p:nvPr/>
        </p:nvGrpSpPr>
        <p:grpSpPr>
          <a:xfrm>
            <a:off x="2339752" y="3140968"/>
            <a:ext cx="4636388" cy="2492896"/>
            <a:chOff x="3001511" y="3140968"/>
            <a:chExt cx="4636388" cy="2492896"/>
          </a:xfrm>
        </p:grpSpPr>
        <p:pic>
          <p:nvPicPr>
            <p:cNvPr id="214019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22499" y="3140968"/>
              <a:ext cx="3763211" cy="2492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14020" name="Group 4"/>
            <p:cNvGrpSpPr>
              <a:grpSpLocks/>
            </p:cNvGrpSpPr>
            <p:nvPr/>
          </p:nvGrpSpPr>
          <p:grpSpPr bwMode="auto">
            <a:xfrm>
              <a:off x="3001511" y="4529988"/>
              <a:ext cx="4636388" cy="868452"/>
              <a:chOff x="3835" y="11456"/>
              <a:chExt cx="4662" cy="834"/>
            </a:xfrm>
          </p:grpSpPr>
          <p:sp>
            <p:nvSpPr>
              <p:cNvPr id="214021" name="Text Box 5"/>
              <p:cNvSpPr txBox="1">
                <a:spLocks noChangeArrowheads="1"/>
              </p:cNvSpPr>
              <p:nvPr/>
            </p:nvSpPr>
            <p:spPr bwMode="auto">
              <a:xfrm>
                <a:off x="4632" y="11704"/>
                <a:ext cx="900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i</a:t>
                </a:r>
                <a:r>
                  <a:rPr kumimoji="0" lang="en-GB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(t)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4022" name="Text Box 6"/>
              <p:cNvSpPr txBox="1">
                <a:spLocks noChangeArrowheads="1"/>
              </p:cNvSpPr>
              <p:nvPr/>
            </p:nvSpPr>
            <p:spPr bwMode="auto">
              <a:xfrm>
                <a:off x="3835" y="11672"/>
                <a:ext cx="900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v</a:t>
                </a:r>
                <a:r>
                  <a:rPr kumimoji="0" lang="en-GB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i</a:t>
                </a:r>
                <a:r>
                  <a:rPr kumimoji="0" lang="en-GB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(t)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4023" name="Text Box 7"/>
              <p:cNvSpPr txBox="1">
                <a:spLocks noChangeArrowheads="1"/>
              </p:cNvSpPr>
              <p:nvPr/>
            </p:nvSpPr>
            <p:spPr bwMode="auto">
              <a:xfrm>
                <a:off x="7597" y="11670"/>
                <a:ext cx="900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GB" i="1" dirty="0" err="1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v</a:t>
                </a:r>
                <a:r>
                  <a:rPr lang="en-GB" baseline="-25000" dirty="0" err="1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o</a:t>
                </a:r>
                <a:r>
                  <a:rPr lang="en-GB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(t)</a:t>
                </a: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4024" name="Arc 8"/>
              <p:cNvSpPr>
                <a:spLocks/>
              </p:cNvSpPr>
              <p:nvPr/>
            </p:nvSpPr>
            <p:spPr bwMode="auto">
              <a:xfrm>
                <a:off x="5053" y="11456"/>
                <a:ext cx="540" cy="83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1691"/>
                  <a:gd name="T2" fmla="*/ 7932 w 21600"/>
                  <a:gd name="T3" fmla="*/ 41691 h 41691"/>
                  <a:gd name="T4" fmla="*/ 0 w 21600"/>
                  <a:gd name="T5" fmla="*/ 21600 h 41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69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0467"/>
                      <a:pt x="16180" y="38434"/>
                      <a:pt x="7931" y="41690"/>
                    </a:cubicBezTo>
                  </a:path>
                  <a:path w="21600" h="4169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0467"/>
                      <a:pt x="16180" y="38434"/>
                      <a:pt x="7931" y="416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4062478" y="3872170"/>
              <a:ext cx="792088" cy="3600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5527425" y="4755587"/>
              <a:ext cx="792088" cy="3600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5584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340768"/>
            <a:ext cx="8712968" cy="4525963"/>
          </a:xfrm>
        </p:spPr>
        <p:txBody>
          <a:bodyPr/>
          <a:lstStyle/>
          <a:p>
            <a:pPr algn="just"/>
            <a:r>
              <a:rPr lang="en-GB" sz="2600" dirty="0"/>
              <a:t>Simplify network by replacing multiple components with their equivalent transform impedance.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20</a:t>
            </a:fld>
            <a:endParaRPr lang="en-GB"/>
          </a:p>
        </p:txBody>
      </p:sp>
      <p:grpSp>
        <p:nvGrpSpPr>
          <p:cNvPr id="5" name="Group 13"/>
          <p:cNvGrpSpPr/>
          <p:nvPr/>
        </p:nvGrpSpPr>
        <p:grpSpPr>
          <a:xfrm>
            <a:off x="1276220" y="2924944"/>
            <a:ext cx="4456383" cy="2492896"/>
            <a:chOff x="3001511" y="3140968"/>
            <a:chExt cx="4456383" cy="2492896"/>
          </a:xfrm>
        </p:grpSpPr>
        <p:pic>
          <p:nvPicPr>
            <p:cNvPr id="214019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22499" y="3140968"/>
              <a:ext cx="3763211" cy="2492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3001511" y="4529988"/>
              <a:ext cx="4456383" cy="868452"/>
              <a:chOff x="3835" y="11456"/>
              <a:chExt cx="4481" cy="834"/>
            </a:xfrm>
          </p:grpSpPr>
          <p:sp>
            <p:nvSpPr>
              <p:cNvPr id="214021" name="Text Box 5"/>
              <p:cNvSpPr txBox="1">
                <a:spLocks noChangeArrowheads="1"/>
              </p:cNvSpPr>
              <p:nvPr/>
            </p:nvSpPr>
            <p:spPr bwMode="auto">
              <a:xfrm>
                <a:off x="4632" y="11704"/>
                <a:ext cx="900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GB" i="1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I</a:t>
                </a:r>
                <a:r>
                  <a:rPr kumimoji="0" lang="en-GB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(s)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4022" name="Text Box 6"/>
              <p:cNvSpPr txBox="1">
                <a:spLocks noChangeArrowheads="1"/>
              </p:cNvSpPr>
              <p:nvPr/>
            </p:nvSpPr>
            <p:spPr bwMode="auto">
              <a:xfrm>
                <a:off x="3835" y="11672"/>
                <a:ext cx="900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V</a:t>
                </a:r>
                <a:r>
                  <a:rPr kumimoji="0" lang="en-GB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i</a:t>
                </a:r>
                <a:r>
                  <a:rPr kumimoji="0" lang="en-GB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(s)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4023" name="Text Box 7"/>
              <p:cNvSpPr txBox="1">
                <a:spLocks noChangeArrowheads="1"/>
              </p:cNvSpPr>
              <p:nvPr/>
            </p:nvSpPr>
            <p:spPr bwMode="auto">
              <a:xfrm>
                <a:off x="7416" y="11670"/>
                <a:ext cx="900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GB" i="1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V</a:t>
                </a:r>
                <a:r>
                  <a:rPr lang="en-GB" baseline="-250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o</a:t>
                </a:r>
                <a:r>
                  <a:rPr lang="en-GB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(s)</a:t>
                </a: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4024" name="Arc 8"/>
              <p:cNvSpPr>
                <a:spLocks/>
              </p:cNvSpPr>
              <p:nvPr/>
            </p:nvSpPr>
            <p:spPr bwMode="auto">
              <a:xfrm>
                <a:off x="5053" y="11456"/>
                <a:ext cx="540" cy="83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1691"/>
                  <a:gd name="T2" fmla="*/ 7932 w 21600"/>
                  <a:gd name="T3" fmla="*/ 41691 h 41691"/>
                  <a:gd name="T4" fmla="*/ 0 w 21600"/>
                  <a:gd name="T5" fmla="*/ 21600 h 41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69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0467"/>
                      <a:pt x="16180" y="38434"/>
                      <a:pt x="7931" y="41690"/>
                    </a:cubicBezTo>
                  </a:path>
                  <a:path w="21600" h="4169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0467"/>
                      <a:pt x="16180" y="38434"/>
                      <a:pt x="7931" y="416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4062478" y="3872170"/>
              <a:ext cx="792088" cy="3600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5527425" y="4755587"/>
              <a:ext cx="792088" cy="3600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5" name="Arc 14"/>
          <p:cNvSpPr/>
          <p:nvPr/>
        </p:nvSpPr>
        <p:spPr>
          <a:xfrm rot="19532507">
            <a:off x="2691974" y="3474781"/>
            <a:ext cx="4078300" cy="3421069"/>
          </a:xfrm>
          <a:prstGeom prst="arc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1" name="Group 20"/>
          <p:cNvGrpSpPr/>
          <p:nvPr/>
        </p:nvGrpSpPr>
        <p:grpSpPr>
          <a:xfrm>
            <a:off x="6244772" y="4149080"/>
            <a:ext cx="1855620" cy="360040"/>
            <a:chOff x="5292080" y="4365104"/>
            <a:chExt cx="1855620" cy="360040"/>
          </a:xfrm>
        </p:grpSpPr>
        <p:sp>
          <p:nvSpPr>
            <p:cNvPr id="16" name="Rectangle 15"/>
            <p:cNvSpPr/>
            <p:nvPr/>
          </p:nvSpPr>
          <p:spPr>
            <a:xfrm>
              <a:off x="5724128" y="4365104"/>
              <a:ext cx="100811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Z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 flipV="1">
              <a:off x="5292080" y="4558979"/>
              <a:ext cx="4320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715652" y="4536830"/>
              <a:ext cx="4320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6599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 Impedance (Resistor)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21</a:t>
            </a:fld>
            <a:endParaRPr lang="en-GB"/>
          </a:p>
        </p:txBody>
      </p:sp>
      <p:grpSp>
        <p:nvGrpSpPr>
          <p:cNvPr id="27" name="Group 26"/>
          <p:cNvGrpSpPr/>
          <p:nvPr/>
        </p:nvGrpSpPr>
        <p:grpSpPr>
          <a:xfrm>
            <a:off x="971600" y="2492896"/>
            <a:ext cx="7344816" cy="2520280"/>
            <a:chOff x="1115616" y="2564904"/>
            <a:chExt cx="7344816" cy="2520280"/>
          </a:xfrm>
        </p:grpSpPr>
        <p:grpSp>
          <p:nvGrpSpPr>
            <p:cNvPr id="215043" name="Group 3"/>
            <p:cNvGrpSpPr>
              <a:grpSpLocks/>
            </p:cNvGrpSpPr>
            <p:nvPr/>
          </p:nvGrpSpPr>
          <p:grpSpPr bwMode="auto">
            <a:xfrm>
              <a:off x="1115616" y="2564904"/>
              <a:ext cx="1839150" cy="2188773"/>
              <a:chOff x="2304" y="7234"/>
              <a:chExt cx="2016" cy="2126"/>
            </a:xfrm>
          </p:grpSpPr>
          <p:pic>
            <p:nvPicPr>
              <p:cNvPr id="215044" name="Picture 4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2304" y="7632"/>
                <a:ext cx="1725" cy="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15045" name="Line 5"/>
              <p:cNvSpPr>
                <a:spLocks noChangeShapeType="1"/>
              </p:cNvSpPr>
              <p:nvPr/>
            </p:nvSpPr>
            <p:spPr bwMode="auto">
              <a:xfrm>
                <a:off x="2736" y="7632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5046" name="Text Box 6"/>
              <p:cNvSpPr txBox="1">
                <a:spLocks noChangeArrowheads="1"/>
              </p:cNvSpPr>
              <p:nvPr/>
            </p:nvSpPr>
            <p:spPr bwMode="auto">
              <a:xfrm>
                <a:off x="2719" y="7234"/>
                <a:ext cx="864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i</a:t>
                </a:r>
                <a:r>
                  <a:rPr kumimoji="0" lang="en-GB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R</a:t>
                </a: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(t)</a:t>
                </a: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5047" name="Text Box 7"/>
              <p:cNvSpPr txBox="1">
                <a:spLocks noChangeArrowheads="1"/>
              </p:cNvSpPr>
              <p:nvPr/>
            </p:nvSpPr>
            <p:spPr bwMode="auto">
              <a:xfrm>
                <a:off x="3456" y="8208"/>
                <a:ext cx="864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v</a:t>
                </a:r>
                <a:r>
                  <a:rPr kumimoji="0" lang="en-GB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R</a:t>
                </a: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(t)</a:t>
                </a: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5048" name="Text Box 8"/>
              <p:cNvSpPr txBox="1">
                <a:spLocks noChangeArrowheads="1"/>
              </p:cNvSpPr>
              <p:nvPr/>
            </p:nvSpPr>
            <p:spPr bwMode="auto">
              <a:xfrm>
                <a:off x="3854" y="7505"/>
                <a:ext cx="432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+</a:t>
                </a: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5049" name="Text Box 9"/>
              <p:cNvSpPr txBox="1">
                <a:spLocks noChangeArrowheads="1"/>
              </p:cNvSpPr>
              <p:nvPr/>
            </p:nvSpPr>
            <p:spPr bwMode="auto">
              <a:xfrm>
                <a:off x="3888" y="8928"/>
                <a:ext cx="432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-</a:t>
                </a: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15050" name="Group 10"/>
            <p:cNvGrpSpPr>
              <a:grpSpLocks/>
            </p:cNvGrpSpPr>
            <p:nvPr/>
          </p:nvGrpSpPr>
          <p:grpSpPr bwMode="auto">
            <a:xfrm>
              <a:off x="5740023" y="2564904"/>
              <a:ext cx="2720409" cy="2223776"/>
              <a:chOff x="5904" y="6624"/>
              <a:chExt cx="2982" cy="2160"/>
            </a:xfrm>
          </p:grpSpPr>
          <p:pic>
            <p:nvPicPr>
              <p:cNvPr id="215051" name="Picture 1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768" y="7056"/>
                <a:ext cx="1755" cy="1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15052" name="Line 12"/>
              <p:cNvSpPr>
                <a:spLocks noChangeShapeType="1"/>
              </p:cNvSpPr>
              <p:nvPr/>
            </p:nvSpPr>
            <p:spPr bwMode="auto">
              <a:xfrm>
                <a:off x="7056" y="7056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5053" name="Text Box 13"/>
              <p:cNvSpPr txBox="1">
                <a:spLocks noChangeArrowheads="1"/>
              </p:cNvSpPr>
              <p:nvPr/>
            </p:nvSpPr>
            <p:spPr bwMode="auto">
              <a:xfrm>
                <a:off x="7056" y="6624"/>
                <a:ext cx="864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I</a:t>
                </a:r>
                <a:r>
                  <a:rPr kumimoji="0" lang="en-GB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R</a:t>
                </a: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(S)</a:t>
                </a: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5054" name="Text Box 14"/>
              <p:cNvSpPr txBox="1">
                <a:spLocks noChangeArrowheads="1"/>
              </p:cNvSpPr>
              <p:nvPr/>
            </p:nvSpPr>
            <p:spPr bwMode="auto">
              <a:xfrm>
                <a:off x="8022" y="7632"/>
                <a:ext cx="864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V</a:t>
                </a:r>
                <a:r>
                  <a:rPr kumimoji="0" lang="en-GB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R</a:t>
                </a: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(S)</a:t>
                </a: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5055" name="Text Box 15"/>
              <p:cNvSpPr txBox="1">
                <a:spLocks noChangeArrowheads="1"/>
              </p:cNvSpPr>
              <p:nvPr/>
            </p:nvSpPr>
            <p:spPr bwMode="auto">
              <a:xfrm>
                <a:off x="8276" y="6912"/>
                <a:ext cx="432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+</a:t>
                </a: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5056" name="Text Box 16"/>
              <p:cNvSpPr txBox="1">
                <a:spLocks noChangeArrowheads="1"/>
              </p:cNvSpPr>
              <p:nvPr/>
            </p:nvSpPr>
            <p:spPr bwMode="auto">
              <a:xfrm>
                <a:off x="8352" y="8352"/>
                <a:ext cx="432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-</a:t>
                </a: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5057" name="Rectangle 17"/>
              <p:cNvSpPr>
                <a:spLocks noChangeArrowheads="1"/>
              </p:cNvSpPr>
              <p:nvPr/>
            </p:nvSpPr>
            <p:spPr bwMode="auto">
              <a:xfrm>
                <a:off x="6768" y="7488"/>
                <a:ext cx="288" cy="7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5058" name="Text Box 18"/>
              <p:cNvSpPr txBox="1">
                <a:spLocks noChangeArrowheads="1"/>
              </p:cNvSpPr>
              <p:nvPr/>
            </p:nvSpPr>
            <p:spPr bwMode="auto">
              <a:xfrm>
                <a:off x="5904" y="7632"/>
                <a:ext cx="1008" cy="5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Z</a:t>
                </a:r>
                <a:r>
                  <a:rPr kumimoji="0" lang="en-GB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 Antiqua" pitchFamily="18" charset="0"/>
                    <a:ea typeface="Arial" pitchFamily="34" charset="0"/>
                    <a:cs typeface="Arial" pitchFamily="34" charset="0"/>
                  </a:rPr>
                  <a:t>R</a:t>
                </a:r>
                <a:r>
                  <a:rPr kumimoji="0" lang="en-GB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 = R</a:t>
                </a: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15059" name="Text Box 19"/>
            <p:cNvSpPr txBox="1">
              <a:spLocks noChangeArrowheads="1"/>
            </p:cNvSpPr>
            <p:nvPr/>
          </p:nvSpPr>
          <p:spPr bwMode="auto">
            <a:xfrm>
              <a:off x="1471404" y="4596159"/>
              <a:ext cx="1182310" cy="4447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060" name="Text Box 20"/>
            <p:cNvSpPr txBox="1">
              <a:spLocks noChangeArrowheads="1"/>
            </p:cNvSpPr>
            <p:nvPr/>
          </p:nvSpPr>
          <p:spPr bwMode="auto">
            <a:xfrm>
              <a:off x="6830194" y="4640429"/>
              <a:ext cx="1182310" cy="4447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V="1">
              <a:off x="3923928" y="3789040"/>
              <a:ext cx="1329202" cy="10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3779912" y="3284984"/>
              <a:ext cx="1612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Transformation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3829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 Impedance (Inductor)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22</a:t>
            </a:fld>
            <a:endParaRPr lang="en-GB"/>
          </a:p>
        </p:txBody>
      </p:sp>
      <p:grpSp>
        <p:nvGrpSpPr>
          <p:cNvPr id="49" name="Group 48"/>
          <p:cNvGrpSpPr/>
          <p:nvPr/>
        </p:nvGrpSpPr>
        <p:grpSpPr>
          <a:xfrm>
            <a:off x="1670150" y="2492897"/>
            <a:ext cx="6338466" cy="2520280"/>
            <a:chOff x="1670150" y="2492897"/>
            <a:chExt cx="6338466" cy="2520280"/>
          </a:xfrm>
        </p:grpSpPr>
        <p:grpSp>
          <p:nvGrpSpPr>
            <p:cNvPr id="216066" name="Group 2"/>
            <p:cNvGrpSpPr>
              <a:grpSpLocks/>
            </p:cNvGrpSpPr>
            <p:nvPr/>
          </p:nvGrpSpPr>
          <p:grpSpPr bwMode="auto">
            <a:xfrm>
              <a:off x="1670150" y="2492897"/>
              <a:ext cx="6338466" cy="2520280"/>
              <a:chOff x="2736" y="6069"/>
              <a:chExt cx="6768" cy="2859"/>
            </a:xfrm>
          </p:grpSpPr>
          <p:grpSp>
            <p:nvGrpSpPr>
              <p:cNvPr id="216067" name="Group 3"/>
              <p:cNvGrpSpPr>
                <a:grpSpLocks/>
              </p:cNvGrpSpPr>
              <p:nvPr/>
            </p:nvGrpSpPr>
            <p:grpSpPr bwMode="auto">
              <a:xfrm>
                <a:off x="2736" y="6213"/>
                <a:ext cx="2016" cy="2135"/>
                <a:chOff x="2160" y="5353"/>
                <a:chExt cx="2016" cy="2135"/>
              </a:xfrm>
            </p:grpSpPr>
            <p:pic>
              <p:nvPicPr>
                <p:cNvPr id="216068" name="Picture 4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2160" y="5760"/>
                  <a:ext cx="1650" cy="16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16069" name="Line 5"/>
                <p:cNvSpPr>
                  <a:spLocks noChangeShapeType="1"/>
                </p:cNvSpPr>
                <p:nvPr/>
              </p:nvSpPr>
              <p:spPr bwMode="auto">
                <a:xfrm>
                  <a:off x="2448" y="5760"/>
                  <a:ext cx="7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16070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448" y="5353"/>
                  <a:ext cx="86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i</a:t>
                  </a:r>
                  <a:r>
                    <a:rPr kumimoji="0" lang="en-GB" b="0" i="0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L</a:t>
                  </a: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(t)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607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3312" y="6336"/>
                  <a:ext cx="86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v</a:t>
                  </a:r>
                  <a:r>
                    <a:rPr kumimoji="0" lang="en-GB" b="0" i="0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L</a:t>
                  </a: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(t)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6072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600" y="5616"/>
                  <a:ext cx="432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+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6073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600" y="7056"/>
                  <a:ext cx="432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-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216076" name="Group 12"/>
              <p:cNvGrpSpPr>
                <a:grpSpLocks/>
              </p:cNvGrpSpPr>
              <p:nvPr/>
            </p:nvGrpSpPr>
            <p:grpSpPr bwMode="auto">
              <a:xfrm>
                <a:off x="5878" y="6069"/>
                <a:ext cx="3626" cy="2464"/>
                <a:chOff x="5302" y="7344"/>
                <a:chExt cx="3626" cy="2464"/>
              </a:xfrm>
            </p:grpSpPr>
            <p:pic>
              <p:nvPicPr>
                <p:cNvPr id="216077" name="Picture 13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6048" y="7776"/>
                  <a:ext cx="2490" cy="20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16078" name="Line 14"/>
                <p:cNvSpPr>
                  <a:spLocks noChangeShapeType="1"/>
                </p:cNvSpPr>
                <p:nvPr/>
              </p:nvSpPr>
              <p:spPr bwMode="auto">
                <a:xfrm>
                  <a:off x="6912" y="7776"/>
                  <a:ext cx="7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1607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6768" y="7344"/>
                  <a:ext cx="86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I</a:t>
                  </a:r>
                  <a:r>
                    <a:rPr kumimoji="0" lang="en-GB" b="0" i="0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L</a:t>
                  </a: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(S)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608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8064" y="8496"/>
                  <a:ext cx="86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V</a:t>
                  </a:r>
                  <a:r>
                    <a:rPr kumimoji="0" lang="en-GB" b="0" i="0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L</a:t>
                  </a: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(S)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608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8225" y="7632"/>
                  <a:ext cx="432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+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608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8286" y="9376"/>
                  <a:ext cx="432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-</a:t>
                  </a: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608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5302" y="8894"/>
                  <a:ext cx="103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Li</a:t>
                  </a:r>
                  <a:r>
                    <a:rPr kumimoji="0" lang="en-GB" b="0" i="0" u="none" strike="noStrike" cap="none" normalizeH="0" baseline="-2500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L</a:t>
                  </a:r>
                  <a:r>
                    <a:rPr kumimoji="0" lang="en-GB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(0)</a:t>
                  </a: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6084" name="Rectangle 20"/>
                <p:cNvSpPr>
                  <a:spLocks noChangeArrowheads="1"/>
                </p:cNvSpPr>
                <p:nvPr/>
              </p:nvSpPr>
              <p:spPr bwMode="auto">
                <a:xfrm>
                  <a:off x="6201" y="8064"/>
                  <a:ext cx="288" cy="134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1608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345" y="8488"/>
                  <a:ext cx="1034" cy="5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Z</a:t>
                  </a:r>
                  <a:r>
                    <a:rPr kumimoji="0" lang="en-GB" b="0" i="0" u="none" strike="noStrike" cap="none" normalizeH="0" baseline="-2500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L</a:t>
                  </a:r>
                  <a:r>
                    <a:rPr kumimoji="0" lang="en-GB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=LS</a:t>
                  </a: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216086" name="Text Box 22"/>
              <p:cNvSpPr txBox="1">
                <a:spLocks noChangeArrowheads="1"/>
              </p:cNvSpPr>
              <p:nvPr/>
            </p:nvSpPr>
            <p:spPr bwMode="auto">
              <a:xfrm>
                <a:off x="2880" y="8352"/>
                <a:ext cx="1296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6087" name="Text Box 23"/>
              <p:cNvSpPr txBox="1">
                <a:spLocks noChangeArrowheads="1"/>
              </p:cNvSpPr>
              <p:nvPr/>
            </p:nvSpPr>
            <p:spPr bwMode="auto">
              <a:xfrm>
                <a:off x="7344" y="8496"/>
                <a:ext cx="1296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47" name="Rectangle 46"/>
            <p:cNvSpPr/>
            <p:nvPr/>
          </p:nvSpPr>
          <p:spPr>
            <a:xfrm>
              <a:off x="4599710" y="3808361"/>
              <a:ext cx="86409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737983" y="3791773"/>
              <a:ext cx="86409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93036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 Impedance (Capacitor)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23</a:t>
            </a:fld>
            <a:endParaRPr lang="en-GB"/>
          </a:p>
        </p:txBody>
      </p:sp>
      <p:grpSp>
        <p:nvGrpSpPr>
          <p:cNvPr id="51" name="Group 50"/>
          <p:cNvGrpSpPr/>
          <p:nvPr/>
        </p:nvGrpSpPr>
        <p:grpSpPr>
          <a:xfrm>
            <a:off x="1383976" y="1916832"/>
            <a:ext cx="6572400" cy="2664866"/>
            <a:chOff x="2017754" y="2492896"/>
            <a:chExt cx="6572400" cy="2664866"/>
          </a:xfrm>
        </p:grpSpPr>
        <p:grpSp>
          <p:nvGrpSpPr>
            <p:cNvPr id="217090" name="Group 2"/>
            <p:cNvGrpSpPr>
              <a:grpSpLocks/>
            </p:cNvGrpSpPr>
            <p:nvPr/>
          </p:nvGrpSpPr>
          <p:grpSpPr bwMode="auto">
            <a:xfrm>
              <a:off x="2017754" y="2492896"/>
              <a:ext cx="6572400" cy="2664866"/>
              <a:chOff x="1728" y="4176"/>
              <a:chExt cx="6897" cy="2448"/>
            </a:xfrm>
          </p:grpSpPr>
          <p:grpSp>
            <p:nvGrpSpPr>
              <p:cNvPr id="217091" name="Group 3"/>
              <p:cNvGrpSpPr>
                <a:grpSpLocks/>
              </p:cNvGrpSpPr>
              <p:nvPr/>
            </p:nvGrpSpPr>
            <p:grpSpPr bwMode="auto">
              <a:xfrm>
                <a:off x="1728" y="4176"/>
                <a:ext cx="2304" cy="2448"/>
                <a:chOff x="1728" y="4176"/>
                <a:chExt cx="2304" cy="2448"/>
              </a:xfrm>
            </p:grpSpPr>
            <p:pic>
              <p:nvPicPr>
                <p:cNvPr id="217092" name="Picture 4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728" y="4608"/>
                  <a:ext cx="1860" cy="159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17093" name="Line 5"/>
                <p:cNvSpPr>
                  <a:spLocks noChangeShapeType="1"/>
                </p:cNvSpPr>
                <p:nvPr/>
              </p:nvSpPr>
              <p:spPr bwMode="auto">
                <a:xfrm>
                  <a:off x="2160" y="4608"/>
                  <a:ext cx="7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1709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160" y="4176"/>
                  <a:ext cx="86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i</a:t>
                  </a:r>
                  <a:r>
                    <a:rPr lang="en-GB" baseline="-25000" dirty="0" err="1"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c</a:t>
                  </a:r>
                  <a:r>
                    <a:rPr kumimoji="0" lang="en-GB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(t)</a:t>
                  </a: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09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3168" y="5184"/>
                  <a:ext cx="86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v</a:t>
                  </a:r>
                  <a:r>
                    <a:rPr lang="en-GB" baseline="-25000" dirty="0" err="1"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c</a:t>
                  </a:r>
                  <a:r>
                    <a:rPr kumimoji="0" lang="en-GB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(t)</a:t>
                  </a: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09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337" y="4532"/>
                  <a:ext cx="432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+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09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388" y="5853"/>
                  <a:ext cx="432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-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09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872" y="6192"/>
                  <a:ext cx="1296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217100" name="Group 12"/>
              <p:cNvGrpSpPr>
                <a:grpSpLocks/>
              </p:cNvGrpSpPr>
              <p:nvPr/>
            </p:nvGrpSpPr>
            <p:grpSpPr bwMode="auto">
              <a:xfrm>
                <a:off x="4802" y="4176"/>
                <a:ext cx="3823" cy="2448"/>
                <a:chOff x="4802" y="4320"/>
                <a:chExt cx="3823" cy="2448"/>
              </a:xfrm>
            </p:grpSpPr>
            <p:pic>
              <p:nvPicPr>
                <p:cNvPr id="217101" name="Picture 13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6192" y="4608"/>
                  <a:ext cx="1875" cy="18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17102" name="Line 14"/>
                <p:cNvSpPr>
                  <a:spLocks noChangeShapeType="1"/>
                </p:cNvSpPr>
                <p:nvPr/>
              </p:nvSpPr>
              <p:spPr bwMode="auto">
                <a:xfrm>
                  <a:off x="6768" y="4718"/>
                  <a:ext cx="7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1710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6768" y="4320"/>
                  <a:ext cx="86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I</a:t>
                  </a:r>
                  <a:r>
                    <a:rPr lang="en-GB" baseline="-25000" dirty="0" err="1"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c</a:t>
                  </a:r>
                  <a:r>
                    <a:rPr kumimoji="0" lang="en-GB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(S)</a:t>
                  </a: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104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7761" y="5392"/>
                  <a:ext cx="86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V</a:t>
                  </a:r>
                  <a:r>
                    <a:rPr lang="en-GB" baseline="-25000" dirty="0" err="1"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c</a:t>
                  </a:r>
                  <a:r>
                    <a:rPr kumimoji="0" lang="en-GB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(S)</a:t>
                  </a: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10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7937" y="4583"/>
                  <a:ext cx="432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+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10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7954" y="6056"/>
                  <a:ext cx="432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-</a:t>
                  </a:r>
                  <a:endParaRPr kumimoji="0" lang="en-US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107" name="Rectangle 19"/>
                <p:cNvSpPr>
                  <a:spLocks noChangeArrowheads="1"/>
                </p:cNvSpPr>
                <p:nvPr/>
              </p:nvSpPr>
              <p:spPr bwMode="auto">
                <a:xfrm>
                  <a:off x="6243" y="4930"/>
                  <a:ext cx="381" cy="119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1710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802" y="5422"/>
                  <a:ext cx="1584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Z</a:t>
                  </a:r>
                  <a:r>
                    <a:rPr kumimoji="0" lang="en-GB" b="0" i="0" u="none" strike="noStrike" cap="none" normalizeH="0" baseline="-2500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C</a:t>
                  </a:r>
                  <a:r>
                    <a:rPr kumimoji="0" lang="en-GB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 Antiqua" pitchFamily="18" charset="0"/>
                      <a:ea typeface="Arial" pitchFamily="34" charset="0"/>
                      <a:cs typeface="Arial" pitchFamily="34" charset="0"/>
                    </a:rPr>
                    <a:t>(S)=1/CS</a:t>
                  </a: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10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6480" y="6336"/>
                  <a:ext cx="1296" cy="4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49" name="Rectangle 48"/>
            <p:cNvSpPr/>
            <p:nvPr/>
          </p:nvSpPr>
          <p:spPr>
            <a:xfrm>
              <a:off x="5449951" y="3946911"/>
              <a:ext cx="86409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704530" y="3916468"/>
              <a:ext cx="86409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89207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>
            <a:normAutofit/>
          </a:bodyPr>
          <a:lstStyle/>
          <a:p>
            <a:r>
              <a:rPr lang="en-GB" sz="3800" dirty="0"/>
              <a:t>Equivalent Transform Impedance (Series)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79301"/>
            <a:ext cx="8712968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Consider following arrangement, find out equivalent transform impedance.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24</a:t>
            </a:fld>
            <a:endParaRPr lang="en-GB"/>
          </a:p>
        </p:txBody>
      </p:sp>
      <p:grpSp>
        <p:nvGrpSpPr>
          <p:cNvPr id="9" name="Group 8"/>
          <p:cNvGrpSpPr/>
          <p:nvPr/>
        </p:nvGrpSpPr>
        <p:grpSpPr>
          <a:xfrm>
            <a:off x="5580112" y="2564904"/>
            <a:ext cx="3384376" cy="2720456"/>
            <a:chOff x="2555776" y="2636912"/>
            <a:chExt cx="3384376" cy="2720456"/>
          </a:xfrm>
        </p:grpSpPr>
        <p:pic>
          <p:nvPicPr>
            <p:cNvPr id="5" name="Picture 4" descr="ch1_principle2.gif"/>
            <p:cNvPicPr>
              <a:picLocks noChangeAspect="1"/>
            </p:cNvPicPr>
            <p:nvPr/>
          </p:nvPicPr>
          <p:blipFill>
            <a:blip r:embed="rId2" cstate="print"/>
            <a:srcRect t="15632" r="64911"/>
            <a:stretch>
              <a:fillRect/>
            </a:stretch>
          </p:blipFill>
          <p:spPr>
            <a:xfrm>
              <a:off x="2555776" y="2636912"/>
              <a:ext cx="3134668" cy="272045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3713370" y="2675744"/>
              <a:ext cx="7920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L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08104" y="3822216"/>
              <a:ext cx="2880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21954" y="4348701"/>
              <a:ext cx="41819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</p:grp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11560" y="2708920"/>
          <a:ext cx="3753008" cy="678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080" imgH="190440" progId="Equation.3">
                  <p:embed/>
                </p:oleObj>
              </mc:Choice>
              <mc:Fallback>
                <p:oleObj name="Equation" r:id="rId3" imgW="1054080" imgH="19044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708920"/>
                        <a:ext cx="3753008" cy="6782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15" name="Object 3"/>
          <p:cNvGraphicFramePr>
            <a:graphicFrameLocks noChangeAspect="1"/>
          </p:cNvGraphicFramePr>
          <p:nvPr/>
        </p:nvGraphicFramePr>
        <p:xfrm>
          <a:off x="611560" y="3888780"/>
          <a:ext cx="3435350" cy="12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160" imgH="355320" progId="Equation.3">
                  <p:embed/>
                </p:oleObj>
              </mc:Choice>
              <mc:Fallback>
                <p:oleObj name="Equation" r:id="rId5" imgW="965160" imgH="355320" progId="Equation.3">
                  <p:embed/>
                  <p:pic>
                    <p:nvPicPr>
                      <p:cNvPr id="2181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888780"/>
                        <a:ext cx="3435350" cy="1268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0996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sz="3800" dirty="0"/>
              <a:t>Equivalent Transform Impedance (Parallel)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25</a:t>
            </a:fld>
            <a:endParaRPr lang="en-GB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83568" y="2060848"/>
          <a:ext cx="3307606" cy="1080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200" imgH="380880" progId="Equation.3">
                  <p:embed/>
                </p:oleObj>
              </mc:Choice>
              <mc:Fallback>
                <p:oleObj name="Equation" r:id="rId2" imgW="1168200" imgH="38088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060848"/>
                        <a:ext cx="3307606" cy="10806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6444208" y="2825411"/>
            <a:ext cx="2410832" cy="1911758"/>
            <a:chOff x="6444208" y="2825411"/>
            <a:chExt cx="2410832" cy="1911758"/>
          </a:xfrm>
        </p:grpSpPr>
        <p:pic>
          <p:nvPicPr>
            <p:cNvPr id="13" name="Picture 12" descr="images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4208" y="3140968"/>
              <a:ext cx="2410832" cy="118794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432999" y="3429000"/>
              <a:ext cx="792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91711" y="2825411"/>
              <a:ext cx="792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08304" y="4367837"/>
              <a:ext cx="7920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R</a:t>
              </a:r>
            </a:p>
          </p:txBody>
        </p:sp>
      </p:grpSp>
      <p:graphicFrame>
        <p:nvGraphicFramePr>
          <p:cNvPr id="219141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755576" y="3429000"/>
          <a:ext cx="3026363" cy="1440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680" imgH="507960" progId="Equation.3">
                  <p:embed/>
                </p:oleObj>
              </mc:Choice>
              <mc:Fallback>
                <p:oleObj name="Equation" r:id="rId5" imgW="1066680" imgH="507960" progId="Equation.3">
                  <p:embed/>
                  <p:pic>
                    <p:nvPicPr>
                      <p:cNvPr id="21914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429000"/>
                        <a:ext cx="3026363" cy="14407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4192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Equivalent Transform Impedance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Find out equivalent transform impedance of following arrangement.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26</a:t>
            </a:fld>
            <a:endParaRPr lang="en-GB"/>
          </a:p>
        </p:txBody>
      </p:sp>
      <p:grpSp>
        <p:nvGrpSpPr>
          <p:cNvPr id="11" name="Group 10"/>
          <p:cNvGrpSpPr/>
          <p:nvPr/>
        </p:nvGrpSpPr>
        <p:grpSpPr>
          <a:xfrm>
            <a:off x="3347864" y="3068960"/>
            <a:ext cx="3673364" cy="2455714"/>
            <a:chOff x="3347864" y="3068960"/>
            <a:chExt cx="3673364" cy="2455714"/>
          </a:xfrm>
        </p:grpSpPr>
        <p:pic>
          <p:nvPicPr>
            <p:cNvPr id="5" name="Picture 4" descr="ch1_principle2.gif"/>
            <p:cNvPicPr>
              <a:picLocks noChangeAspect="1"/>
            </p:cNvPicPr>
            <p:nvPr/>
          </p:nvPicPr>
          <p:blipFill>
            <a:blip r:embed="rId2" cstate="print"/>
            <a:srcRect l="54473"/>
            <a:stretch>
              <a:fillRect/>
            </a:stretch>
          </p:blipFill>
          <p:spPr>
            <a:xfrm>
              <a:off x="3347864" y="3140968"/>
              <a:ext cx="3006599" cy="2383706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199882" y="3068960"/>
              <a:ext cx="72103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err="1"/>
                <a:t>L</a:t>
              </a:r>
              <a:r>
                <a:rPr lang="en-GB" baseline="-25000" dirty="0" err="1"/>
                <a:t>2</a:t>
              </a:r>
              <a:endParaRPr lang="en-GB" baseline="-25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242403" y="4197941"/>
              <a:ext cx="72103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err="1"/>
                <a:t>L</a:t>
              </a:r>
              <a:r>
                <a:rPr lang="en-GB" baseline="-25000" dirty="0" err="1"/>
                <a:t>2</a:t>
              </a:r>
              <a:endParaRPr lang="en-GB" baseline="-25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0192" y="4672457"/>
              <a:ext cx="72103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 err="1"/>
                <a:t>R</a:t>
              </a:r>
              <a:r>
                <a:rPr lang="en-GB" baseline="-25000" dirty="0" err="1"/>
                <a:t>2</a:t>
              </a:r>
              <a:endParaRPr lang="en-GB" baseline="-250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07063" y="4589322"/>
              <a:ext cx="51339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GB" dirty="0" err="1"/>
                <a:t>R</a:t>
              </a:r>
              <a:r>
                <a:rPr lang="en-GB" baseline="-25000" dirty="0" err="1"/>
                <a:t>1</a:t>
              </a:r>
              <a:endParaRPr lang="en-GB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72785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940966"/>
          </a:xfrm>
        </p:spPr>
        <p:txBody>
          <a:bodyPr/>
          <a:lstStyle/>
          <a:p>
            <a:r>
              <a:rPr lang="en-GB" dirty="0"/>
              <a:t>Back to Example#2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27</a:t>
            </a:fld>
            <a:endParaRPr lang="en-GB"/>
          </a:p>
        </p:txBody>
      </p:sp>
      <p:grpSp>
        <p:nvGrpSpPr>
          <p:cNvPr id="5" name="Group 13"/>
          <p:cNvGrpSpPr/>
          <p:nvPr/>
        </p:nvGrpSpPr>
        <p:grpSpPr>
          <a:xfrm>
            <a:off x="323528" y="1268760"/>
            <a:ext cx="4456383" cy="2492896"/>
            <a:chOff x="3001511" y="3140968"/>
            <a:chExt cx="4456383" cy="2492896"/>
          </a:xfrm>
        </p:grpSpPr>
        <p:pic>
          <p:nvPicPr>
            <p:cNvPr id="214019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22499" y="3140968"/>
              <a:ext cx="3763211" cy="2492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3001511" y="4529988"/>
              <a:ext cx="4456383" cy="868452"/>
              <a:chOff x="3835" y="11456"/>
              <a:chExt cx="4481" cy="834"/>
            </a:xfrm>
          </p:grpSpPr>
          <p:sp>
            <p:nvSpPr>
              <p:cNvPr id="214021" name="Text Box 5"/>
              <p:cNvSpPr txBox="1">
                <a:spLocks noChangeArrowheads="1"/>
              </p:cNvSpPr>
              <p:nvPr/>
            </p:nvSpPr>
            <p:spPr bwMode="auto">
              <a:xfrm>
                <a:off x="4632" y="11704"/>
                <a:ext cx="900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GB" i="1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I</a:t>
                </a:r>
                <a:r>
                  <a:rPr kumimoji="0" lang="en-GB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(s)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4022" name="Text Box 6"/>
              <p:cNvSpPr txBox="1">
                <a:spLocks noChangeArrowheads="1"/>
              </p:cNvSpPr>
              <p:nvPr/>
            </p:nvSpPr>
            <p:spPr bwMode="auto">
              <a:xfrm>
                <a:off x="3835" y="11672"/>
                <a:ext cx="900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V</a:t>
                </a:r>
                <a:r>
                  <a:rPr kumimoji="0" lang="en-GB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i</a:t>
                </a:r>
                <a:r>
                  <a:rPr kumimoji="0" lang="en-GB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Arial" pitchFamily="34" charset="0"/>
                    <a:cs typeface="Arial" pitchFamily="34" charset="0"/>
                  </a:rPr>
                  <a:t>(s)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4023" name="Text Box 7"/>
              <p:cNvSpPr txBox="1">
                <a:spLocks noChangeArrowheads="1"/>
              </p:cNvSpPr>
              <p:nvPr/>
            </p:nvSpPr>
            <p:spPr bwMode="auto">
              <a:xfrm>
                <a:off x="7416" y="11670"/>
                <a:ext cx="900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GB" i="1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V</a:t>
                </a:r>
                <a:r>
                  <a:rPr lang="en-GB" baseline="-250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o</a:t>
                </a:r>
                <a:r>
                  <a:rPr lang="en-GB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(s)</a:t>
                </a: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4024" name="Arc 8"/>
              <p:cNvSpPr>
                <a:spLocks/>
              </p:cNvSpPr>
              <p:nvPr/>
            </p:nvSpPr>
            <p:spPr bwMode="auto">
              <a:xfrm>
                <a:off x="5053" y="11456"/>
                <a:ext cx="540" cy="83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1691"/>
                  <a:gd name="T2" fmla="*/ 7932 w 21600"/>
                  <a:gd name="T3" fmla="*/ 41691 h 41691"/>
                  <a:gd name="T4" fmla="*/ 0 w 21600"/>
                  <a:gd name="T5" fmla="*/ 21600 h 41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69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0467"/>
                      <a:pt x="16180" y="38434"/>
                      <a:pt x="7931" y="41690"/>
                    </a:cubicBezTo>
                  </a:path>
                  <a:path w="21600" h="4169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0467"/>
                      <a:pt x="16180" y="38434"/>
                      <a:pt x="7931" y="416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4062478" y="3872170"/>
              <a:ext cx="792088" cy="3600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L</a:t>
              </a:r>
              <a:endParaRPr kumimoji="0" 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5527425" y="4755587"/>
              <a:ext cx="792088" cy="3600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5" name="Arc 14"/>
          <p:cNvSpPr/>
          <p:nvPr/>
        </p:nvSpPr>
        <p:spPr>
          <a:xfrm rot="19532507">
            <a:off x="2085695" y="1690341"/>
            <a:ext cx="4078300" cy="3421069"/>
          </a:xfrm>
          <a:prstGeom prst="arc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20"/>
          <p:cNvGrpSpPr/>
          <p:nvPr/>
        </p:nvGrpSpPr>
        <p:grpSpPr>
          <a:xfrm>
            <a:off x="5508104" y="2348880"/>
            <a:ext cx="1855620" cy="360040"/>
            <a:chOff x="5292080" y="4365104"/>
            <a:chExt cx="1855620" cy="360040"/>
          </a:xfrm>
        </p:grpSpPr>
        <p:sp>
          <p:nvSpPr>
            <p:cNvPr id="16" name="Rectangle 15"/>
            <p:cNvSpPr/>
            <p:nvPr/>
          </p:nvSpPr>
          <p:spPr>
            <a:xfrm>
              <a:off x="5724128" y="4365104"/>
              <a:ext cx="100811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Z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 flipV="1">
              <a:off x="5292080" y="4558979"/>
              <a:ext cx="4320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715652" y="4536830"/>
              <a:ext cx="4320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5652120" y="3068960"/>
          <a:ext cx="1784722" cy="8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380880" progId="Equation.3">
                  <p:embed/>
                </p:oleObj>
              </mc:Choice>
              <mc:Fallback>
                <p:oleObj name="Equation" r:id="rId3" imgW="787320" imgH="38088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3068960"/>
                        <a:ext cx="1784722" cy="8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7" name="Object 3"/>
          <p:cNvGraphicFramePr>
            <a:graphicFrameLocks noChangeAspect="1"/>
          </p:cNvGraphicFramePr>
          <p:nvPr/>
        </p:nvGraphicFramePr>
        <p:xfrm>
          <a:off x="5724128" y="4352329"/>
          <a:ext cx="15843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400" imgH="355320" progId="Equation.3">
                  <p:embed/>
                </p:oleObj>
              </mc:Choice>
              <mc:Fallback>
                <p:oleObj name="Equation" r:id="rId5" imgW="698400" imgH="355320" progId="Equation.3">
                  <p:embed/>
                  <p:pic>
                    <p:nvPicPr>
                      <p:cNvPr id="2211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4352329"/>
                        <a:ext cx="1584325" cy="804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8" name="Object 4"/>
          <p:cNvGraphicFramePr>
            <a:graphicFrameLocks noChangeAspect="1"/>
          </p:cNvGraphicFramePr>
          <p:nvPr/>
        </p:nvGraphicFramePr>
        <p:xfrm>
          <a:off x="5782716" y="5576466"/>
          <a:ext cx="1525588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40" imgH="355320" progId="Equation.3">
                  <p:embed/>
                </p:oleObj>
              </mc:Choice>
              <mc:Fallback>
                <p:oleObj name="Equation" r:id="rId7" imgW="672840" imgH="355320" progId="Equation.3">
                  <p:embed/>
                  <p:pic>
                    <p:nvPicPr>
                      <p:cNvPr id="2211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2716" y="5576466"/>
                        <a:ext cx="1525588" cy="80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8471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940966"/>
          </a:xfrm>
        </p:spPr>
        <p:txBody>
          <a:bodyPr/>
          <a:lstStyle/>
          <a:p>
            <a:r>
              <a:rPr lang="en-GB" dirty="0"/>
              <a:t>Example#2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28</a:t>
            </a:fld>
            <a:endParaRPr lang="en-GB"/>
          </a:p>
        </p:txBody>
      </p:sp>
      <p:grpSp>
        <p:nvGrpSpPr>
          <p:cNvPr id="23" name="Group 22"/>
          <p:cNvGrpSpPr/>
          <p:nvPr/>
        </p:nvGrpSpPr>
        <p:grpSpPr>
          <a:xfrm>
            <a:off x="2096817" y="1209948"/>
            <a:ext cx="4456383" cy="2564903"/>
            <a:chOff x="323528" y="1196753"/>
            <a:chExt cx="4456383" cy="2564903"/>
          </a:xfrm>
        </p:grpSpPr>
        <p:grpSp>
          <p:nvGrpSpPr>
            <p:cNvPr id="22" name="Group 21"/>
            <p:cNvGrpSpPr/>
            <p:nvPr/>
          </p:nvGrpSpPr>
          <p:grpSpPr>
            <a:xfrm>
              <a:off x="323528" y="1196753"/>
              <a:ext cx="4456383" cy="2564903"/>
              <a:chOff x="323528" y="1196753"/>
              <a:chExt cx="4456383" cy="2564903"/>
            </a:xfrm>
          </p:grpSpPr>
          <p:grpSp>
            <p:nvGrpSpPr>
              <p:cNvPr id="3" name="Group 13"/>
              <p:cNvGrpSpPr/>
              <p:nvPr/>
            </p:nvGrpSpPr>
            <p:grpSpPr>
              <a:xfrm>
                <a:off x="323528" y="1268760"/>
                <a:ext cx="4456383" cy="2492896"/>
                <a:chOff x="3001511" y="3140968"/>
                <a:chExt cx="4456383" cy="2492896"/>
              </a:xfrm>
            </p:grpSpPr>
            <p:pic>
              <p:nvPicPr>
                <p:cNvPr id="214019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3222499" y="3140968"/>
                  <a:ext cx="3763211" cy="24928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grpSp>
              <p:nvGrpSpPr>
                <p:cNvPr id="5" name="Group 4"/>
                <p:cNvGrpSpPr>
                  <a:grpSpLocks/>
                </p:cNvGrpSpPr>
                <p:nvPr/>
              </p:nvGrpSpPr>
              <p:grpSpPr bwMode="auto">
                <a:xfrm>
                  <a:off x="3001511" y="4724710"/>
                  <a:ext cx="4456383" cy="673727"/>
                  <a:chOff x="3835" y="11643"/>
                  <a:chExt cx="4481" cy="647"/>
                </a:xfrm>
              </p:grpSpPr>
              <p:sp>
                <p:nvSpPr>
                  <p:cNvPr id="214021" name="Text Box 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32" y="11704"/>
                    <a:ext cx="900" cy="4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GB" i="1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I</a:t>
                    </a:r>
                    <a:r>
                      <a:rPr kumimoji="0" lang="en-GB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(s)</a:t>
                    </a:r>
                    <a:endParaRPr kumimoji="0" lang="en-US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14022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35" y="11672"/>
                    <a:ext cx="900" cy="4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GB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V</a:t>
                    </a:r>
                    <a:r>
                      <a:rPr kumimoji="0" lang="en-GB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i</a:t>
                    </a:r>
                    <a:r>
                      <a:rPr kumimoji="0" lang="en-GB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(s)</a:t>
                    </a:r>
                    <a:endParaRPr kumimoji="0" lang="en-US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14023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16" y="11670"/>
                    <a:ext cx="900" cy="4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lvl="0" fontAlgn="base">
                      <a:spcBef>
                        <a:spcPct val="0"/>
                      </a:spcBef>
                      <a:spcAft>
                        <a:spcPts val="1000"/>
                      </a:spcAft>
                    </a:pPr>
                    <a:r>
                      <a:rPr lang="en-GB" i="1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V</a:t>
                    </a:r>
                    <a:r>
                      <a:rPr lang="en-GB" baseline="-25000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o</a:t>
                    </a:r>
                    <a:r>
                      <a:rPr lang="en-GB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(s)</a:t>
                    </a:r>
                    <a:endParaRPr lang="en-US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14024" name="Arc 8"/>
                  <p:cNvSpPr>
                    <a:spLocks/>
                  </p:cNvSpPr>
                  <p:nvPr/>
                </p:nvSpPr>
                <p:spPr bwMode="auto">
                  <a:xfrm>
                    <a:off x="5053" y="11643"/>
                    <a:ext cx="540" cy="647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41691"/>
                      <a:gd name="T2" fmla="*/ 7932 w 21600"/>
                      <a:gd name="T3" fmla="*/ 41691 h 41691"/>
                      <a:gd name="T4" fmla="*/ 0 w 21600"/>
                      <a:gd name="T5" fmla="*/ 21600 h 416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41691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0467"/>
                          <a:pt x="16180" y="38434"/>
                          <a:pt x="7931" y="41690"/>
                        </a:cubicBezTo>
                      </a:path>
                      <a:path w="21600" h="41691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0467"/>
                          <a:pt x="16180" y="38434"/>
                          <a:pt x="7931" y="4169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GB"/>
                  </a:p>
                </p:txBody>
              </p:sp>
            </p:grpSp>
            <p:sp>
              <p:nvSpPr>
                <p:cNvPr id="1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062478" y="3872170"/>
                  <a:ext cx="792088" cy="36004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rial" pitchFamily="34" charset="0"/>
                    </a:rPr>
                    <a:t>L</a:t>
                  </a:r>
                  <a:endParaRPr kumimoji="0" lang="en-US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5527425" y="4755587"/>
                  <a:ext cx="792088" cy="36004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GB" b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Arial" pitchFamily="34" charset="0"/>
                      <a:cs typeface="Arial" pitchFamily="34" charset="0"/>
                    </a:rPr>
                    <a:t>C</a:t>
                  </a:r>
                  <a:endParaRPr kumimoji="0" lang="en-US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21" name="Text Box 6"/>
              <p:cNvSpPr txBox="1">
                <a:spLocks noChangeArrowheads="1"/>
              </p:cNvSpPr>
              <p:nvPr/>
            </p:nvSpPr>
            <p:spPr bwMode="auto">
              <a:xfrm>
                <a:off x="971600" y="1196753"/>
                <a:ext cx="1800200" cy="121320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en-US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6" name="Group 20"/>
              <p:cNvGrpSpPr/>
              <p:nvPr/>
            </p:nvGrpSpPr>
            <p:grpSpPr>
              <a:xfrm>
                <a:off x="827584" y="2287994"/>
                <a:ext cx="1855620" cy="360040"/>
                <a:chOff x="5292080" y="4365104"/>
                <a:chExt cx="1855620" cy="360040"/>
              </a:xfrm>
            </p:grpSpPr>
            <p:sp>
              <p:nvSpPr>
                <p:cNvPr id="16" name="Rectangle 15"/>
                <p:cNvSpPr/>
                <p:nvPr/>
              </p:nvSpPr>
              <p:spPr>
                <a:xfrm>
                  <a:off x="5724128" y="4365104"/>
                  <a:ext cx="1008112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Z</a:t>
                  </a:r>
                </a:p>
              </p:txBody>
            </p:sp>
            <p:cxnSp>
              <p:nvCxnSpPr>
                <p:cNvPr id="18" name="Straight Connector 17"/>
                <p:cNvCxnSpPr/>
                <p:nvPr/>
              </p:nvCxnSpPr>
              <p:spPr>
                <a:xfrm flipV="1">
                  <a:off x="5292080" y="4558979"/>
                  <a:ext cx="43204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flipV="1">
                  <a:off x="6715652" y="4536830"/>
                  <a:ext cx="43204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aphicFrame>
          <p:nvGraphicFramePr>
            <p:cNvPr id="221188" name="Object 4"/>
            <p:cNvGraphicFramePr>
              <a:graphicFrameLocks noChangeAspect="1"/>
            </p:cNvGraphicFramePr>
            <p:nvPr/>
          </p:nvGraphicFramePr>
          <p:xfrm>
            <a:off x="938234" y="1526744"/>
            <a:ext cx="1309564" cy="690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72840" imgH="355320" progId="Equation.3">
                    <p:embed/>
                  </p:oleObj>
                </mc:Choice>
                <mc:Fallback>
                  <p:oleObj name="Equation" r:id="rId3" imgW="672840" imgH="355320" progId="Equation.3">
                    <p:embed/>
                    <p:pic>
                      <p:nvPicPr>
                        <p:cNvPr id="22118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234" y="1526744"/>
                          <a:ext cx="1309564" cy="6908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2213" name="Object 5"/>
          <p:cNvGraphicFramePr>
            <a:graphicFrameLocks noChangeAspect="1"/>
          </p:cNvGraphicFramePr>
          <p:nvPr/>
        </p:nvGraphicFramePr>
        <p:xfrm>
          <a:off x="708545" y="4365600"/>
          <a:ext cx="37782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520" imgH="355320" progId="Equation.3">
                  <p:embed/>
                </p:oleObj>
              </mc:Choice>
              <mc:Fallback>
                <p:oleObj name="Equation" r:id="rId5" imgW="1244520" imgH="355320" progId="Equation.3">
                  <p:embed/>
                  <p:pic>
                    <p:nvPicPr>
                      <p:cNvPr id="2222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45" y="4365600"/>
                        <a:ext cx="377825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4" name="Object 6"/>
          <p:cNvGraphicFramePr>
            <a:graphicFrameLocks noChangeAspect="1"/>
          </p:cNvGraphicFramePr>
          <p:nvPr/>
        </p:nvGraphicFramePr>
        <p:xfrm>
          <a:off x="5701233" y="4292575"/>
          <a:ext cx="25431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355320" progId="Equation.3">
                  <p:embed/>
                </p:oleObj>
              </mc:Choice>
              <mc:Fallback>
                <p:oleObj name="Equation" r:id="rId7" imgW="838080" imgH="355320" progId="Equation.3">
                  <p:embed/>
                  <p:pic>
                    <p:nvPicPr>
                      <p:cNvPr id="2222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1233" y="4292575"/>
                        <a:ext cx="254317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889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9552" y="44624"/>
            <a:ext cx="7772400" cy="1470025"/>
          </a:xfrm>
        </p:spPr>
        <p:txBody>
          <a:bodyPr/>
          <a:lstStyle/>
          <a:p>
            <a:r>
              <a:rPr lang="en-US" dirty="0"/>
              <a:t>Modeling of Electronic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77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12974"/>
          </a:xfrm>
        </p:spPr>
        <p:txBody>
          <a:bodyPr/>
          <a:lstStyle/>
          <a:p>
            <a:r>
              <a:rPr lang="en-GB" dirty="0"/>
              <a:t>Operational Amplifiers</a:t>
            </a:r>
          </a:p>
        </p:txBody>
      </p:sp>
      <p:pic>
        <p:nvPicPr>
          <p:cNvPr id="7" name="Content Placeholder 6" descr="opamp_hante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1556792"/>
            <a:ext cx="4170924" cy="194421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30</a:t>
            </a:fld>
            <a:endParaRPr lang="en-GB"/>
          </a:p>
        </p:txBody>
      </p:sp>
      <p:pic>
        <p:nvPicPr>
          <p:cNvPr id="8" name="Picture 7" descr="opamp_hihanten.png"/>
          <p:cNvPicPr>
            <a:picLocks noChangeAspect="1"/>
          </p:cNvPicPr>
          <p:nvPr/>
        </p:nvPicPr>
        <p:blipFill>
          <a:blip r:embed="rId3" cstate="print"/>
          <a:srcRect b="7386"/>
          <a:stretch>
            <a:fillRect/>
          </a:stretch>
        </p:blipFill>
        <p:spPr>
          <a:xfrm>
            <a:off x="5004048" y="1700808"/>
            <a:ext cx="3180725" cy="216024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971600" y="4437112"/>
          <a:ext cx="1908212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40" imgH="380880" progId="Equation.3">
                  <p:embed/>
                </p:oleObj>
              </mc:Choice>
              <mc:Fallback>
                <p:oleObj name="Equation" r:id="rId4" imgW="672840" imgH="38088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437112"/>
                        <a:ext cx="1908212" cy="108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27" name="Object 3"/>
          <p:cNvGraphicFramePr>
            <a:graphicFrameLocks noChangeAspect="1"/>
          </p:cNvGraphicFramePr>
          <p:nvPr/>
        </p:nvGraphicFramePr>
        <p:xfrm>
          <a:off x="5220072" y="4581128"/>
          <a:ext cx="21240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160" imgH="380880" progId="Equation.3">
                  <p:embed/>
                </p:oleObj>
              </mc:Choice>
              <mc:Fallback>
                <p:oleObj name="Equation" r:id="rId6" imgW="749160" imgH="380880" progId="Equation.3">
                  <p:embed/>
                  <p:pic>
                    <p:nvPicPr>
                      <p:cNvPr id="2314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4581128"/>
                        <a:ext cx="2124075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3421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Example#3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GB" dirty="0"/>
              <a:t>Find out the transfer function of the following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31</a:t>
            </a:fld>
            <a:endParaRPr lang="en-GB"/>
          </a:p>
        </p:txBody>
      </p:sp>
      <p:pic>
        <p:nvPicPr>
          <p:cNvPr id="5" name="Picture 4" descr="Low_Pass_Filter_w.OpAmp_BFA354EC-B1A4-86F4-57A02F83784B873A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95736" y="2420888"/>
            <a:ext cx="4232908" cy="2934816"/>
          </a:xfrm>
          <a:prstGeom prst="rect">
            <a:avLst/>
          </a:prstGeom>
        </p:spPr>
      </p:pic>
      <p:graphicFrame>
        <p:nvGraphicFramePr>
          <p:cNvPr id="233474" name="Object 2"/>
          <p:cNvGraphicFramePr>
            <a:graphicFrameLocks noChangeAspect="1"/>
          </p:cNvGraphicFramePr>
          <p:nvPr/>
        </p:nvGraphicFramePr>
        <p:xfrm>
          <a:off x="755576" y="5157192"/>
          <a:ext cx="19081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380880" progId="Equation.3">
                  <p:embed/>
                </p:oleObj>
              </mc:Choice>
              <mc:Fallback>
                <p:oleObj name="Equation" r:id="rId3" imgW="672840" imgH="380880" progId="Equation.3">
                  <p:embed/>
                  <p:pic>
                    <p:nvPicPr>
                      <p:cNvPr id="2334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5157192"/>
                        <a:ext cx="1908175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4387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Example#4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GB" dirty="0"/>
              <a:t>Find out the transfer function of the following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32</a:t>
            </a:fld>
            <a:endParaRPr lang="en-GB"/>
          </a:p>
        </p:txBody>
      </p:sp>
      <p:grpSp>
        <p:nvGrpSpPr>
          <p:cNvPr id="11" name="Group 10"/>
          <p:cNvGrpSpPr/>
          <p:nvPr/>
        </p:nvGrpSpPr>
        <p:grpSpPr>
          <a:xfrm>
            <a:off x="827584" y="2708920"/>
            <a:ext cx="7244413" cy="3098836"/>
            <a:chOff x="1259632" y="2708920"/>
            <a:chExt cx="7244413" cy="3098836"/>
          </a:xfrm>
        </p:grpSpPr>
        <p:pic>
          <p:nvPicPr>
            <p:cNvPr id="5" name="Picture 4" descr="Low_Pass_Filter_w.OpAmp_BFA354EC-B1A4-86F4-57A02F83784B873A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9632" y="2708920"/>
              <a:ext cx="4232908" cy="2934816"/>
            </a:xfrm>
            <a:prstGeom prst="rect">
              <a:avLst/>
            </a:prstGeom>
          </p:spPr>
        </p:pic>
        <p:pic>
          <p:nvPicPr>
            <p:cNvPr id="6" name="Picture 5" descr="300px-Op-Amp_Inverting_Amplifier.svg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5261" y="3714299"/>
              <a:ext cx="3588784" cy="2093457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5076056" y="4348516"/>
              <a:ext cx="50405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i="1" dirty="0" err="1"/>
                <a:t>v</a:t>
              </a:r>
              <a:r>
                <a:rPr lang="en-GB" baseline="-25000" dirty="0" err="1"/>
                <a:t>1</a:t>
              </a:r>
              <a:endParaRPr lang="en-GB" baseline="-25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48910" y="4833061"/>
              <a:ext cx="50405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GB" baseline="-250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60032" y="4506387"/>
              <a:ext cx="28529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GB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54268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40966"/>
          </a:xfrm>
        </p:spPr>
        <p:txBody>
          <a:bodyPr/>
          <a:lstStyle/>
          <a:p>
            <a:r>
              <a:rPr lang="en-GB" dirty="0"/>
              <a:t>Example#5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pPr algn="just"/>
            <a:r>
              <a:rPr lang="en-GB" dirty="0"/>
              <a:t>Find out the transfer function of the following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33</a:t>
            </a:fld>
            <a:endParaRPr lang="en-GB"/>
          </a:p>
        </p:txBody>
      </p:sp>
      <p:grpSp>
        <p:nvGrpSpPr>
          <p:cNvPr id="22" name="Group 21"/>
          <p:cNvGrpSpPr/>
          <p:nvPr/>
        </p:nvGrpSpPr>
        <p:grpSpPr>
          <a:xfrm>
            <a:off x="1276904" y="3068960"/>
            <a:ext cx="6895496" cy="2769660"/>
            <a:chOff x="395535" y="3573016"/>
            <a:chExt cx="6895496" cy="2769660"/>
          </a:xfrm>
        </p:grpSpPr>
        <p:pic>
          <p:nvPicPr>
            <p:cNvPr id="11" name="Picture 10" descr="opamp20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535" y="3573016"/>
              <a:ext cx="3821021" cy="2088232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707904" y="4716754"/>
              <a:ext cx="504056" cy="90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GB" baseline="-25000" dirty="0"/>
            </a:p>
            <a:p>
              <a:endParaRPr lang="en-GB" baseline="-25000" dirty="0"/>
            </a:p>
            <a:p>
              <a:endParaRPr lang="en-GB" baseline="-25000" dirty="0"/>
            </a:p>
            <a:p>
              <a:endParaRPr lang="en-GB" baseline="-25000" dirty="0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3635896" y="3600726"/>
              <a:ext cx="3655135" cy="2093457"/>
              <a:chOff x="4416862" y="3714299"/>
              <a:chExt cx="3655135" cy="2093457"/>
            </a:xfrm>
          </p:grpSpPr>
          <p:pic>
            <p:nvPicPr>
              <p:cNvPr id="6" name="Picture 5" descr="300px-Op-Amp_Inverting_Amplifier.svg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483213" y="3714299"/>
                <a:ext cx="3588784" cy="2093457"/>
              </a:xfrm>
              <a:prstGeom prst="rect">
                <a:avLst/>
              </a:prstGeom>
            </p:spPr>
          </p:pic>
          <p:sp>
            <p:nvSpPr>
              <p:cNvPr id="7" name="TextBox 6"/>
              <p:cNvSpPr txBox="1"/>
              <p:nvPr/>
            </p:nvSpPr>
            <p:spPr>
              <a:xfrm>
                <a:off x="4644008" y="4348516"/>
                <a:ext cx="50405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i="1" dirty="0" err="1"/>
                  <a:t>v</a:t>
                </a:r>
                <a:r>
                  <a:rPr lang="en-GB" baseline="-25000" dirty="0" err="1"/>
                  <a:t>1</a:t>
                </a:r>
                <a:endParaRPr lang="en-GB" baseline="-25000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416862" y="4833061"/>
                <a:ext cx="50405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511114" y="4644937"/>
                <a:ext cx="28529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GB" baseline="-25000" dirty="0"/>
              </a:p>
            </p:txBody>
          </p:sp>
        </p:grpSp>
        <p:cxnSp>
          <p:nvCxnSpPr>
            <p:cNvPr id="15" name="Straight Connector 14"/>
            <p:cNvCxnSpPr/>
            <p:nvPr/>
          </p:nvCxnSpPr>
          <p:spPr>
            <a:xfrm>
              <a:off x="3702247" y="4675165"/>
              <a:ext cx="3656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023646" y="5644660"/>
              <a:ext cx="0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849187" y="6079441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904602" y="6204131"/>
              <a:ext cx="25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973872" y="6342676"/>
              <a:ext cx="10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87DC0F2-CB5E-5ACD-5FE6-DC26EE452BE0}"/>
                  </a:ext>
                </a:extLst>
              </p14:cNvPr>
              <p14:cNvContentPartPr/>
              <p14:nvPr/>
            </p14:nvContentPartPr>
            <p14:xfrm>
              <a:off x="6154796" y="5869668"/>
              <a:ext cx="10080" cy="4035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987DC0F2-CB5E-5ACD-5FE6-DC26EE452BE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148676" y="5863548"/>
                <a:ext cx="22320" cy="4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8C981B5B-76F1-A4FC-0BEE-B314A4CB07D8}"/>
              </a:ext>
            </a:extLst>
          </p:cNvPr>
          <p:cNvGrpSpPr/>
          <p:nvPr/>
        </p:nvGrpSpPr>
        <p:grpSpPr>
          <a:xfrm>
            <a:off x="6145076" y="5879028"/>
            <a:ext cx="510480" cy="399600"/>
            <a:chOff x="6145076" y="5879028"/>
            <a:chExt cx="51048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021ECDF-9079-D53D-0E94-A67E6AED5F97}"/>
                    </a:ext>
                  </a:extLst>
                </p14:cNvPr>
                <p14:cNvContentPartPr/>
                <p14:nvPr/>
              </p14:nvContentPartPr>
              <p14:xfrm>
                <a:off x="6145076" y="5879028"/>
                <a:ext cx="178200" cy="365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021ECDF-9079-D53D-0E94-A67E6AED5F9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38956" y="5872908"/>
                  <a:ext cx="1904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D7E3DE6-E5D1-BEA2-F57C-B056971A1266}"/>
                    </a:ext>
                  </a:extLst>
                </p14:cNvPr>
                <p14:cNvContentPartPr/>
                <p14:nvPr/>
              </p14:nvContentPartPr>
              <p14:xfrm>
                <a:off x="6390236" y="6056508"/>
                <a:ext cx="30240" cy="195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D7E3DE6-E5D1-BEA2-F57C-B056971A12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84116" y="6050388"/>
                  <a:ext cx="42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496877A-C879-2A0E-4B8F-C5DF3EE4C33F}"/>
                    </a:ext>
                  </a:extLst>
                </p14:cNvPr>
                <p14:cNvContentPartPr/>
                <p14:nvPr/>
              </p14:nvContentPartPr>
              <p14:xfrm>
                <a:off x="6411476" y="5918988"/>
                <a:ext cx="11160" cy="9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496877A-C879-2A0E-4B8F-C5DF3EE4C33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05356" y="5912623"/>
                  <a:ext cx="23400" cy="2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479B840-C3E5-E990-D7C9-D34ECFD5305D}"/>
                    </a:ext>
                  </a:extLst>
                </p14:cNvPr>
                <p14:cNvContentPartPr/>
                <p14:nvPr/>
              </p14:nvContentPartPr>
              <p14:xfrm>
                <a:off x="6499316" y="6018348"/>
                <a:ext cx="156240" cy="2602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479B840-C3E5-E990-D7C9-D34ECFD5305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93196" y="6012228"/>
                  <a:ext cx="168480" cy="27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FD93BDCE-73A1-2976-201C-BA5C836B7BA0}"/>
                  </a:ext>
                </a:extLst>
              </p14:cNvPr>
              <p14:cNvContentPartPr/>
              <p14:nvPr/>
            </p14:nvContentPartPr>
            <p14:xfrm>
              <a:off x="6727556" y="6046788"/>
              <a:ext cx="195480" cy="5342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FD93BDCE-73A1-2976-201C-BA5C836B7BA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721436" y="6040668"/>
                <a:ext cx="20772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20AF3FE-EF06-BB27-2A7F-49626B5DF1FA}"/>
                  </a:ext>
                </a:extLst>
              </p14:cNvPr>
              <p14:cNvContentPartPr/>
              <p14:nvPr/>
            </p14:nvContentPartPr>
            <p14:xfrm>
              <a:off x="7048316" y="6095748"/>
              <a:ext cx="162000" cy="17928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20AF3FE-EF06-BB27-2A7F-49626B5DF1F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042196" y="6089628"/>
                <a:ext cx="1742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7F54BDA9-78D5-36F2-2B11-B5BBC22940FE}"/>
                  </a:ext>
                </a:extLst>
              </p14:cNvPr>
              <p14:cNvContentPartPr/>
              <p14:nvPr/>
            </p14:nvContentPartPr>
            <p14:xfrm>
              <a:off x="7265756" y="6096108"/>
              <a:ext cx="187560" cy="1846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7F54BDA9-78D5-36F2-2B11-B5BBC22940F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259636" y="6089988"/>
                <a:ext cx="1998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6D82A749-3704-083B-6218-07B38325977A}"/>
                  </a:ext>
                </a:extLst>
              </p14:cNvPr>
              <p14:cNvContentPartPr/>
              <p14:nvPr/>
            </p14:nvContentPartPr>
            <p14:xfrm>
              <a:off x="7590476" y="6075948"/>
              <a:ext cx="10800" cy="2217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6D82A749-3704-083B-6218-07B38325977A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584356" y="6069828"/>
                <a:ext cx="23040" cy="23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6D701C14-629B-41A9-E7CB-83BBEF5F1A61}"/>
              </a:ext>
            </a:extLst>
          </p:cNvPr>
          <p:cNvGrpSpPr/>
          <p:nvPr/>
        </p:nvGrpSpPr>
        <p:grpSpPr>
          <a:xfrm>
            <a:off x="7578956" y="5918988"/>
            <a:ext cx="11880" cy="19800"/>
            <a:chOff x="7578956" y="5918988"/>
            <a:chExt cx="11880" cy="1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20A46E0-06F3-533F-6431-6E70A4BA3736}"/>
                    </a:ext>
                  </a:extLst>
                </p14:cNvPr>
                <p14:cNvContentPartPr/>
                <p14:nvPr/>
              </p14:nvContentPartPr>
              <p14:xfrm>
                <a:off x="7590476" y="5918988"/>
                <a:ext cx="360" cy="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20A46E0-06F3-533F-6431-6E70A4BA373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84356" y="59128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56CF02A-4E9A-9A79-4F5A-38F8C6B1ADE2}"/>
                    </a:ext>
                  </a:extLst>
                </p14:cNvPr>
                <p14:cNvContentPartPr/>
                <p14:nvPr/>
              </p14:nvContentPartPr>
              <p14:xfrm>
                <a:off x="7578956" y="5928708"/>
                <a:ext cx="2160" cy="2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56CF02A-4E9A-9A79-4F5A-38F8C6B1ADE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72836" y="5922588"/>
                  <a:ext cx="144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148480F-2753-F55F-7BDB-063D3C041A0F}"/>
                    </a:ext>
                  </a:extLst>
                </p14:cNvPr>
                <p14:cNvContentPartPr/>
                <p14:nvPr/>
              </p14:nvContentPartPr>
              <p14:xfrm>
                <a:off x="7590476" y="5938428"/>
                <a:ext cx="360" cy="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148480F-2753-F55F-7BDB-063D3C041A0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84356" y="59323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A247A464-A5CC-1077-60A4-2BCA6BE1AC98}"/>
                  </a:ext>
                </a:extLst>
              </p14:cNvPr>
              <p14:cNvContentPartPr/>
              <p14:nvPr/>
            </p14:nvContentPartPr>
            <p14:xfrm>
              <a:off x="4965120" y="3867984"/>
              <a:ext cx="360" cy="36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A247A464-A5CC-1077-60A4-2BCA6BE1AC98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959000" y="386186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5193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40966"/>
          </a:xfrm>
        </p:spPr>
        <p:txBody>
          <a:bodyPr/>
          <a:lstStyle/>
          <a:p>
            <a:r>
              <a:rPr lang="en-GB" dirty="0"/>
              <a:t>Example#6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4525963"/>
          </a:xfrm>
        </p:spPr>
        <p:txBody>
          <a:bodyPr/>
          <a:lstStyle/>
          <a:p>
            <a:pPr algn="just"/>
            <a:r>
              <a:rPr lang="en-GB" dirty="0"/>
              <a:t>Find out the transfer function of the following circuit and draw the pole zero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34</a:t>
            </a:fld>
            <a:endParaRPr lang="en-GB"/>
          </a:p>
        </p:txBody>
      </p:sp>
      <p:grpSp>
        <p:nvGrpSpPr>
          <p:cNvPr id="28" name="Group 27"/>
          <p:cNvGrpSpPr/>
          <p:nvPr/>
        </p:nvGrpSpPr>
        <p:grpSpPr>
          <a:xfrm>
            <a:off x="611560" y="2689840"/>
            <a:ext cx="8197296" cy="3115424"/>
            <a:chOff x="683568" y="2204864"/>
            <a:chExt cx="8197296" cy="3115424"/>
          </a:xfrm>
        </p:grpSpPr>
        <p:pic>
          <p:nvPicPr>
            <p:cNvPr id="18" name="Picture 17" descr="lab7fig2.gif"/>
            <p:cNvPicPr>
              <a:picLocks noChangeAspect="1"/>
            </p:cNvPicPr>
            <p:nvPr/>
          </p:nvPicPr>
          <p:blipFill>
            <a:blip r:embed="rId2" cstate="print"/>
            <a:srcRect b="6981"/>
            <a:stretch>
              <a:fillRect/>
            </a:stretch>
          </p:blipFill>
          <p:spPr>
            <a:xfrm>
              <a:off x="683568" y="2204864"/>
              <a:ext cx="4690641" cy="3024336"/>
            </a:xfrm>
            <a:prstGeom prst="rect">
              <a:avLst/>
            </a:prstGeom>
          </p:spPr>
        </p:pic>
        <p:pic>
          <p:nvPicPr>
            <p:cNvPr id="22" name="Picture 21" descr="300px-Op-Amp_Inverting_Amplifier.svg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2080" y="3226831"/>
              <a:ext cx="3588784" cy="2093457"/>
            </a:xfrm>
            <a:prstGeom prst="rect">
              <a:avLst/>
            </a:prstGeom>
          </p:spPr>
        </p:pic>
        <p:sp>
          <p:nvSpPr>
            <p:cNvPr id="23" name="Rectangle 22"/>
            <p:cNvSpPr/>
            <p:nvPr/>
          </p:nvSpPr>
          <p:spPr>
            <a:xfrm>
              <a:off x="4943161" y="4032774"/>
              <a:ext cx="667393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4860032" y="4293096"/>
              <a:ext cx="7920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934686" y="3772452"/>
              <a:ext cx="6767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i="1" dirty="0" err="1"/>
                <a:t>10k</a:t>
              </a:r>
              <a:r>
                <a:rPr lang="el-GR" i="1" dirty="0"/>
                <a:t>Ω</a:t>
              </a:r>
              <a:endParaRPr lang="en-GB" i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33563" y="3210243"/>
              <a:ext cx="79380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i="1" dirty="0" err="1"/>
                <a:t>100k</a:t>
              </a:r>
              <a:r>
                <a:rPr lang="el-GR" i="1" dirty="0"/>
                <a:t>Ω</a:t>
              </a:r>
              <a:endParaRPr lang="en-GB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253628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9552" y="44624"/>
            <a:ext cx="7772400" cy="1470025"/>
          </a:xfrm>
        </p:spPr>
        <p:txBody>
          <a:bodyPr/>
          <a:lstStyle/>
          <a:p>
            <a:r>
              <a:rPr lang="en-US" dirty="0"/>
              <a:t>Modeling of Mechanical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457200" y="1435100"/>
            <a:ext cx="6635080" cy="46910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3525">
              <a:lnSpc>
                <a:spcPct val="200000"/>
              </a:lnSpc>
            </a:pPr>
            <a:r>
              <a:rPr lang="en-GB" sz="2400" b="1">
                <a:solidFill>
                  <a:srgbClr val="FF0000"/>
                </a:solidFill>
              </a:rPr>
              <a:t>Part-I: </a:t>
            </a:r>
            <a:r>
              <a:rPr lang="en-GB" sz="2400"/>
              <a:t>Translational Mechanical System</a:t>
            </a:r>
          </a:p>
          <a:p>
            <a:pPr indent="263525">
              <a:lnSpc>
                <a:spcPct val="200000"/>
              </a:lnSpc>
            </a:pPr>
            <a:r>
              <a:rPr lang="en-GB" sz="2400" b="1">
                <a:solidFill>
                  <a:srgbClr val="FF0000"/>
                </a:solidFill>
              </a:rPr>
              <a:t>Part-II: </a:t>
            </a:r>
            <a:r>
              <a:rPr lang="en-GB" sz="2400"/>
              <a:t>Rotational Mechanical System</a:t>
            </a:r>
          </a:p>
          <a:p>
            <a:pPr indent="263525">
              <a:lnSpc>
                <a:spcPct val="200000"/>
              </a:lnSpc>
            </a:pPr>
            <a:r>
              <a:rPr lang="en-GB" sz="2400" b="1">
                <a:solidFill>
                  <a:srgbClr val="FF0000"/>
                </a:solidFill>
              </a:rPr>
              <a:t>Part-III: </a:t>
            </a:r>
            <a:r>
              <a:rPr lang="en-GB" sz="2400"/>
              <a:t>Mechanical Linkages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24977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Types of Mechanical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Translational</a:t>
            </a:r>
          </a:p>
          <a:p>
            <a:pPr lvl="1"/>
            <a:r>
              <a:rPr lang="en-GB" dirty="0"/>
              <a:t>Linear Motion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Rotational</a:t>
            </a:r>
          </a:p>
          <a:p>
            <a:pPr lvl="1"/>
            <a:r>
              <a:rPr lang="en-GB" dirty="0"/>
              <a:t>Rotational Motion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36</a:t>
            </a:fld>
            <a:endParaRPr lang="en-GB"/>
          </a:p>
        </p:txBody>
      </p:sp>
      <p:pic>
        <p:nvPicPr>
          <p:cNvPr id="5" name="Picture 4" descr="500px-Mass-Spring-Damp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76056" y="1412776"/>
            <a:ext cx="3456384" cy="2032354"/>
          </a:xfrm>
          <a:prstGeom prst="rect">
            <a:avLst/>
          </a:prstGeom>
        </p:spPr>
      </p:pic>
      <p:pic>
        <p:nvPicPr>
          <p:cNvPr id="6" name="Picture 5" descr="638px-Keilriemen-V-Bel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04048" y="3861048"/>
            <a:ext cx="2841104" cy="267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44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400" dirty="0"/>
              <a:t>Translational Mechanical Systems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Part-I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432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57200" y="260648"/>
            <a:ext cx="8507288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Basic Elements of Translational Mechanical Systems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2771800" y="1268760"/>
            <a:ext cx="3490572" cy="1265834"/>
            <a:chOff x="2503564" y="1700808"/>
            <a:chExt cx="3490572" cy="1265834"/>
          </a:xfrm>
        </p:grpSpPr>
        <p:grpSp>
          <p:nvGrpSpPr>
            <p:cNvPr id="65" name="Group 64"/>
            <p:cNvGrpSpPr/>
            <p:nvPr/>
          </p:nvGrpSpPr>
          <p:grpSpPr>
            <a:xfrm>
              <a:off x="2987825" y="1700808"/>
              <a:ext cx="3006311" cy="1265834"/>
              <a:chOff x="2987825" y="1700808"/>
              <a:chExt cx="3006311" cy="1265834"/>
            </a:xfrm>
          </p:grpSpPr>
          <p:grpSp>
            <p:nvGrpSpPr>
              <p:cNvPr id="53" name="Group 52"/>
              <p:cNvGrpSpPr/>
              <p:nvPr/>
            </p:nvGrpSpPr>
            <p:grpSpPr>
              <a:xfrm>
                <a:off x="2987825" y="1700808"/>
                <a:ext cx="3006311" cy="1265834"/>
                <a:chOff x="467544" y="1484784"/>
                <a:chExt cx="3006311" cy="1265834"/>
              </a:xfrm>
            </p:grpSpPr>
            <p:pic>
              <p:nvPicPr>
                <p:cNvPr id="32771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467544" y="1789584"/>
                  <a:ext cx="3006311" cy="9610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3278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885318" y="1484784"/>
                  <a:ext cx="2174513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Translational Spring</a:t>
                  </a: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683568" y="2204864"/>
                  <a:ext cx="288032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2843808" y="2178396"/>
                  <a:ext cx="288032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1691680" y="1835760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2371224" y="2045112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</p:grpSp>
          <p:sp>
            <p:nvSpPr>
              <p:cNvPr id="55" name="TextBox 54"/>
              <p:cNvSpPr txBox="1"/>
              <p:nvPr/>
            </p:nvSpPr>
            <p:spPr>
              <a:xfrm>
                <a:off x="5060320" y="2408488"/>
                <a:ext cx="360040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2503564" y="20906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>
                  <a:solidFill>
                    <a:srgbClr val="FF0000"/>
                  </a:solidFill>
                </a:rPr>
                <a:t>i</a:t>
              </a:r>
              <a:r>
                <a:rPr lang="en-GB" b="1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2699792" y="3421126"/>
            <a:ext cx="3665447" cy="1664058"/>
            <a:chOff x="2483768" y="3421126"/>
            <a:chExt cx="3665447" cy="1664058"/>
          </a:xfrm>
        </p:grpSpPr>
        <p:grpSp>
          <p:nvGrpSpPr>
            <p:cNvPr id="59" name="Group 58"/>
            <p:cNvGrpSpPr/>
            <p:nvPr/>
          </p:nvGrpSpPr>
          <p:grpSpPr>
            <a:xfrm>
              <a:off x="2627784" y="3421126"/>
              <a:ext cx="3521431" cy="1664058"/>
              <a:chOff x="395536" y="3124199"/>
              <a:chExt cx="3521431" cy="1664058"/>
            </a:xfrm>
          </p:grpSpPr>
          <p:pic>
            <p:nvPicPr>
              <p:cNvPr id="17" name="Picture 19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95536" y="3429000"/>
                <a:ext cx="3521431" cy="1359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grpSp>
            <p:nvGrpSpPr>
              <p:cNvPr id="58" name="Group 57"/>
              <p:cNvGrpSpPr/>
              <p:nvPr/>
            </p:nvGrpSpPr>
            <p:grpSpPr>
              <a:xfrm>
                <a:off x="696013" y="3124199"/>
                <a:ext cx="2723859" cy="1226789"/>
                <a:chOff x="703364" y="3124199"/>
                <a:chExt cx="2723859" cy="1226789"/>
              </a:xfrm>
            </p:grpSpPr>
            <p:sp>
              <p:nvSpPr>
                <p:cNvPr id="1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191684" y="3124199"/>
                  <a:ext cx="2235539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Translational Mass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1259632" y="4005064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703364" y="3720368"/>
                  <a:ext cx="612040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endParaRPr lang="en-GB" dirty="0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2283480" y="3918988"/>
                  <a:ext cx="1020512" cy="43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</p:grpSp>
        </p:grpSp>
        <p:sp>
          <p:nvSpPr>
            <p:cNvPr id="67" name="TextBox 66"/>
            <p:cNvSpPr txBox="1"/>
            <p:nvPr/>
          </p:nvSpPr>
          <p:spPr>
            <a:xfrm>
              <a:off x="2483768" y="3707740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ii)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2699792" y="5366143"/>
            <a:ext cx="3125763" cy="1447233"/>
            <a:chOff x="2483768" y="5068415"/>
            <a:chExt cx="3125763" cy="1447233"/>
          </a:xfrm>
        </p:grpSpPr>
        <p:grpSp>
          <p:nvGrpSpPr>
            <p:cNvPr id="64" name="Group 63"/>
            <p:cNvGrpSpPr/>
            <p:nvPr/>
          </p:nvGrpSpPr>
          <p:grpSpPr>
            <a:xfrm>
              <a:off x="2627784" y="5068415"/>
              <a:ext cx="2981747" cy="1447233"/>
              <a:chOff x="467544" y="5068415"/>
              <a:chExt cx="2981747" cy="1447233"/>
            </a:xfrm>
          </p:grpSpPr>
          <p:pic>
            <p:nvPicPr>
              <p:cNvPr id="20" name="Picture 19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67544" y="5373216"/>
                <a:ext cx="2981747" cy="1142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1" name="Text Box 9"/>
              <p:cNvSpPr txBox="1">
                <a:spLocks noChangeArrowheads="1"/>
              </p:cNvSpPr>
              <p:nvPr/>
            </p:nvSpPr>
            <p:spPr bwMode="auto">
              <a:xfrm>
                <a:off x="988742" y="5068415"/>
                <a:ext cx="235912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Translational Damper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627296" y="5736592"/>
                <a:ext cx="787084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1331640" y="5949280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2757732" y="5777128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2194068" y="5965016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2483768" y="5363924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iii)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470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8"/>
          <p:cNvGrpSpPr/>
          <p:nvPr/>
        </p:nvGrpSpPr>
        <p:grpSpPr>
          <a:xfrm>
            <a:off x="539552" y="3356992"/>
            <a:ext cx="3490572" cy="1265834"/>
            <a:chOff x="2503564" y="1700808"/>
            <a:chExt cx="3490572" cy="1265834"/>
          </a:xfrm>
        </p:grpSpPr>
        <p:grpSp>
          <p:nvGrpSpPr>
            <p:cNvPr id="3" name="Group 64"/>
            <p:cNvGrpSpPr/>
            <p:nvPr/>
          </p:nvGrpSpPr>
          <p:grpSpPr>
            <a:xfrm>
              <a:off x="2987825" y="1700808"/>
              <a:ext cx="3006311" cy="1265834"/>
              <a:chOff x="2987825" y="1700808"/>
              <a:chExt cx="3006311" cy="1265834"/>
            </a:xfrm>
          </p:grpSpPr>
          <p:grpSp>
            <p:nvGrpSpPr>
              <p:cNvPr id="4" name="Group 52"/>
              <p:cNvGrpSpPr/>
              <p:nvPr/>
            </p:nvGrpSpPr>
            <p:grpSpPr>
              <a:xfrm>
                <a:off x="2987825" y="1700808"/>
                <a:ext cx="3006311" cy="1265834"/>
                <a:chOff x="467544" y="1484784"/>
                <a:chExt cx="3006311" cy="1265834"/>
              </a:xfrm>
            </p:grpSpPr>
            <p:pic>
              <p:nvPicPr>
                <p:cNvPr id="32771" name="Picture 3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467544" y="1789584"/>
                  <a:ext cx="3006311" cy="9610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3278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885318" y="1484784"/>
                  <a:ext cx="2174513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Translational Spring</a:t>
                  </a: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683568" y="2204864"/>
                  <a:ext cx="288032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2843808" y="2178396"/>
                  <a:ext cx="288032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1691680" y="1835760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2371224" y="2045112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</p:grpSp>
          <p:sp>
            <p:nvSpPr>
              <p:cNvPr id="55" name="TextBox 54"/>
              <p:cNvSpPr txBox="1"/>
              <p:nvPr/>
            </p:nvSpPr>
            <p:spPr>
              <a:xfrm>
                <a:off x="5060320" y="2408488"/>
                <a:ext cx="360040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2503564" y="20906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>
                  <a:solidFill>
                    <a:srgbClr val="FF0000"/>
                  </a:solidFill>
                </a:rPr>
                <a:t>i</a:t>
              </a:r>
              <a:r>
                <a:rPr lang="en-GB" b="1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3861048"/>
            <a:ext cx="117157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4" name="Straight Arrow Connector 33"/>
          <p:cNvCxnSpPr/>
          <p:nvPr/>
        </p:nvCxnSpPr>
        <p:spPr>
          <a:xfrm flipH="1" flipV="1">
            <a:off x="2555776" y="4509120"/>
            <a:ext cx="864096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707904" y="4509120"/>
            <a:ext cx="927720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843808" y="5445224"/>
            <a:ext cx="161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Circuit Symbols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>
          <a:xfrm>
            <a:off x="476660" y="44624"/>
            <a:ext cx="8229600" cy="1143000"/>
          </a:xfrm>
        </p:spPr>
        <p:txBody>
          <a:bodyPr/>
          <a:lstStyle/>
          <a:p>
            <a:r>
              <a:rPr lang="en-GB" dirty="0"/>
              <a:t>Translational Spring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idx="1"/>
          </p:nvPr>
        </p:nvSpPr>
        <p:spPr>
          <a:xfrm>
            <a:off x="302840" y="1052736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A translational spring is a mechanical element that can be deformed by an external force such that the deformation is directly proportional to the force applied to it.</a:t>
            </a:r>
          </a:p>
        </p:txBody>
      </p:sp>
      <p:pic>
        <p:nvPicPr>
          <p:cNvPr id="19" name="Picture 18" descr="450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36296" y="3212976"/>
            <a:ext cx="1314450" cy="23431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76256" y="5589240"/>
            <a:ext cx="202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Translational Spring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6221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/>
          <p:cNvSpPr>
            <a:spLocks noGrp="1"/>
          </p:cNvSpPr>
          <p:nvPr>
            <p:ph type="title"/>
          </p:nvPr>
        </p:nvSpPr>
        <p:spPr>
          <a:xfrm>
            <a:off x="476660" y="44624"/>
            <a:ext cx="8229600" cy="1143000"/>
          </a:xfrm>
        </p:spPr>
        <p:txBody>
          <a:bodyPr/>
          <a:lstStyle/>
          <a:p>
            <a:r>
              <a:rPr lang="en-GB" dirty="0"/>
              <a:t>Translational Spring</a:t>
            </a:r>
          </a:p>
        </p:txBody>
      </p:sp>
      <p:sp>
        <p:nvSpPr>
          <p:cNvPr id="43" name="Content Placeholder 42"/>
          <p:cNvSpPr>
            <a:spLocks noGrp="1"/>
          </p:cNvSpPr>
          <p:nvPr>
            <p:ph idx="1"/>
          </p:nvPr>
        </p:nvSpPr>
        <p:spPr>
          <a:xfrm>
            <a:off x="302840" y="1052736"/>
            <a:ext cx="8229600" cy="5616623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800" dirty="0"/>
              <a:t>If </a:t>
            </a:r>
            <a:r>
              <a:rPr lang="en-GB" sz="2800" i="1" dirty="0">
                <a:solidFill>
                  <a:srgbClr val="FF0000"/>
                </a:solidFill>
              </a:rPr>
              <a:t>F</a:t>
            </a:r>
            <a:r>
              <a:rPr lang="en-GB" sz="2800" dirty="0"/>
              <a:t> is the applied force 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Then        is the deformation if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Or                        is the deformation.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equation of motion is given as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Where      is stiffness of spring expressed in N/m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699792" y="1484784"/>
            <a:ext cx="3006311" cy="961034"/>
            <a:chOff x="2699792" y="2924944"/>
            <a:chExt cx="3006311" cy="961034"/>
          </a:xfrm>
        </p:grpSpPr>
        <p:pic>
          <p:nvPicPr>
            <p:cNvPr id="41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699792" y="2924944"/>
              <a:ext cx="3006311" cy="961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0" name="TextBox 19"/>
            <p:cNvSpPr txBox="1"/>
            <p:nvPr/>
          </p:nvSpPr>
          <p:spPr>
            <a:xfrm>
              <a:off x="2940615" y="3330523"/>
              <a:ext cx="252000" cy="2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endParaRPr lang="en-GB" baseline="-25000" dirty="0"/>
            </a:p>
          </p:txBody>
        </p:sp>
        <p:graphicFrame>
          <p:nvGraphicFramePr>
            <p:cNvPr id="21" name="Object 20"/>
            <p:cNvGraphicFramePr>
              <a:graphicFrameLocks noChangeAspect="1"/>
            </p:cNvGraphicFramePr>
            <p:nvPr/>
          </p:nvGraphicFramePr>
          <p:xfrm>
            <a:off x="2843808" y="3284984"/>
            <a:ext cx="370582" cy="311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190440" progId="Equation.3">
                    <p:embed/>
                  </p:oleObj>
                </mc:Choice>
                <mc:Fallback>
                  <p:oleObj name="Equation" r:id="rId3" imgW="164880" imgH="190440" progId="Equation.3">
                    <p:embed/>
                    <p:pic>
                      <p:nvPicPr>
                        <p:cNvPr id="21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3284984"/>
                          <a:ext cx="370582" cy="3112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Box 21"/>
            <p:cNvSpPr txBox="1"/>
            <p:nvPr/>
          </p:nvSpPr>
          <p:spPr>
            <a:xfrm>
              <a:off x="4616061" y="3159359"/>
              <a:ext cx="252000" cy="2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endParaRPr lang="en-GB" baseline="-25000" dirty="0"/>
            </a:p>
          </p:txBody>
        </p:sp>
        <p:graphicFrame>
          <p:nvGraphicFramePr>
            <p:cNvPr id="23" name="Object 22"/>
            <p:cNvGraphicFramePr>
              <a:graphicFrameLocks noChangeAspect="1"/>
            </p:cNvGraphicFramePr>
            <p:nvPr/>
          </p:nvGraphicFramePr>
          <p:xfrm>
            <a:off x="4548188" y="3113088"/>
            <a:ext cx="312737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9680" imgH="190440" progId="Equation.3">
                    <p:embed/>
                  </p:oleObj>
                </mc:Choice>
                <mc:Fallback>
                  <p:oleObj name="Equation" r:id="rId5" imgW="139680" imgH="190440" progId="Equation.3">
                    <p:embed/>
                    <p:pic>
                      <p:nvPicPr>
                        <p:cNvPr id="23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8188" y="3113088"/>
                          <a:ext cx="312737" cy="3127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5104192" y="2463092"/>
          <a:ext cx="1388725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0880" imgH="190440" progId="Equation.3">
                  <p:embed/>
                </p:oleObj>
              </mc:Choice>
              <mc:Fallback>
                <p:oleObj name="Equation" r:id="rId7" imgW="380880" imgH="190440" progId="Equation.3">
                  <p:embed/>
                  <p:pic>
                    <p:nvPicPr>
                      <p:cNvPr id="2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192" y="2463092"/>
                        <a:ext cx="1388725" cy="504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1557119" y="2406607"/>
          <a:ext cx="536202" cy="53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" imgH="190440" progId="Equation.3">
                  <p:embed/>
                </p:oleObj>
              </mc:Choice>
              <mc:Fallback>
                <p:oleObj name="Equation" r:id="rId9" imgW="139680" imgH="190440" progId="Equation.3">
                  <p:embed/>
                  <p:pic>
                    <p:nvPicPr>
                      <p:cNvPr id="2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119" y="2406607"/>
                        <a:ext cx="536202" cy="533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4" name="Object 6"/>
          <p:cNvGraphicFramePr>
            <a:graphicFrameLocks noChangeAspect="1"/>
          </p:cNvGraphicFramePr>
          <p:nvPr/>
        </p:nvGraphicFramePr>
        <p:xfrm>
          <a:off x="1331640" y="3356992"/>
          <a:ext cx="15414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00" imgH="203040" progId="Equation.3">
                  <p:embed/>
                </p:oleObj>
              </mc:Choice>
              <mc:Fallback>
                <p:oleObj name="Equation" r:id="rId11" imgW="495000" imgH="203040" progId="Equation.3">
                  <p:embed/>
                  <p:pic>
                    <p:nvPicPr>
                      <p:cNvPr id="942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356992"/>
                        <a:ext cx="1541462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7"/>
          <p:cNvGraphicFramePr>
            <a:graphicFrameLocks noChangeAspect="1"/>
          </p:cNvGraphicFramePr>
          <p:nvPr/>
        </p:nvGraphicFramePr>
        <p:xfrm>
          <a:off x="3059832" y="4976465"/>
          <a:ext cx="2489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99920" imgH="203040" progId="Equation.3">
                  <p:embed/>
                </p:oleObj>
              </mc:Choice>
              <mc:Fallback>
                <p:oleObj name="Equation" r:id="rId13" imgW="799920" imgH="203040" progId="Equation.3">
                  <p:embed/>
                  <p:pic>
                    <p:nvPicPr>
                      <p:cNvPr id="942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4976465"/>
                        <a:ext cx="248920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6" name="Object 8"/>
          <p:cNvGraphicFramePr>
            <a:graphicFrameLocks noChangeAspect="1"/>
          </p:cNvGraphicFramePr>
          <p:nvPr/>
        </p:nvGraphicFramePr>
        <p:xfrm>
          <a:off x="1729940" y="5689384"/>
          <a:ext cx="563482" cy="500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4120" imgH="164880" progId="Equation.3">
                  <p:embed/>
                </p:oleObj>
              </mc:Choice>
              <mc:Fallback>
                <p:oleObj name="Equation" r:id="rId15" imgW="114120" imgH="164880" progId="Equation.3">
                  <p:embed/>
                  <p:pic>
                    <p:nvPicPr>
                      <p:cNvPr id="942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940" y="5689384"/>
                        <a:ext cx="563482" cy="500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6948264" y="2348880"/>
            <a:ext cx="2237301" cy="648072"/>
            <a:chOff x="6948264" y="2348880"/>
            <a:chExt cx="2237301" cy="648072"/>
          </a:xfrm>
        </p:grpSpPr>
        <p:pic>
          <p:nvPicPr>
            <p:cNvPr id="15" name="Picture 14" descr="500px-Mass-Spring-Damper.png"/>
            <p:cNvPicPr>
              <a:picLocks noChangeAspect="1"/>
            </p:cNvPicPr>
            <p:nvPr/>
          </p:nvPicPr>
          <p:blipFill>
            <a:blip r:embed="rId17" cstate="print"/>
            <a:srcRect t="32641" r="53402" b="50000"/>
            <a:stretch>
              <a:fillRect/>
            </a:stretch>
          </p:blipFill>
          <p:spPr>
            <a:xfrm>
              <a:off x="6948264" y="2348880"/>
              <a:ext cx="1734444" cy="648072"/>
            </a:xfrm>
            <a:prstGeom prst="rect">
              <a:avLst/>
            </a:prstGeom>
          </p:spPr>
        </p:pic>
        <p:graphicFrame>
          <p:nvGraphicFramePr>
            <p:cNvPr id="94217" name="Object 9"/>
            <p:cNvGraphicFramePr>
              <a:graphicFrameLocks noChangeAspect="1"/>
            </p:cNvGraphicFramePr>
            <p:nvPr/>
          </p:nvGraphicFramePr>
          <p:xfrm>
            <a:off x="8648990" y="2506751"/>
            <a:ext cx="536575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9680" imgH="139680" progId="Equation.3">
                    <p:embed/>
                  </p:oleObj>
                </mc:Choice>
                <mc:Fallback>
                  <p:oleObj name="Equation" r:id="rId18" imgW="139680" imgH="139680" progId="Equation.3">
                    <p:embed/>
                    <p:pic>
                      <p:nvPicPr>
                        <p:cNvPr id="9421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8990" y="2506751"/>
                          <a:ext cx="536575" cy="390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" name="Picture 18" descr="500px-Mass-Spring-Damper.png"/>
          <p:cNvPicPr>
            <a:picLocks noChangeAspect="1"/>
          </p:cNvPicPr>
          <p:nvPr/>
        </p:nvPicPr>
        <p:blipFill>
          <a:blip r:embed="rId17" cstate="print"/>
          <a:srcRect l="13542" t="32641" r="53402" b="50000"/>
          <a:stretch>
            <a:fillRect/>
          </a:stretch>
        </p:blipFill>
        <p:spPr>
          <a:xfrm>
            <a:off x="7164288" y="3356992"/>
            <a:ext cx="1230388" cy="648072"/>
          </a:xfrm>
          <a:prstGeom prst="rect">
            <a:avLst/>
          </a:prstGeom>
        </p:spPr>
      </p:pic>
      <p:graphicFrame>
        <p:nvGraphicFramePr>
          <p:cNvPr id="27" name="Object 9"/>
          <p:cNvGraphicFramePr>
            <a:graphicFrameLocks noChangeAspect="1"/>
          </p:cNvGraphicFramePr>
          <p:nvPr/>
        </p:nvGraphicFramePr>
        <p:xfrm>
          <a:off x="8360958" y="3514863"/>
          <a:ext cx="5365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9680" imgH="139680" progId="Equation.3">
                  <p:embed/>
                </p:oleObj>
              </mc:Choice>
              <mc:Fallback>
                <p:oleObj name="Equation" r:id="rId20" imgW="139680" imgH="139680" progId="Equation.3">
                  <p:embed/>
                  <p:pic>
                    <p:nvPicPr>
                      <p:cNvPr id="2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0958" y="3514863"/>
                        <a:ext cx="536575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59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57200" y="260648"/>
            <a:ext cx="8507288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Translational Mass</a:t>
            </a:r>
          </a:p>
        </p:txBody>
      </p:sp>
      <p:grpSp>
        <p:nvGrpSpPr>
          <p:cNvPr id="5" name="Group 69"/>
          <p:cNvGrpSpPr/>
          <p:nvPr/>
        </p:nvGrpSpPr>
        <p:grpSpPr>
          <a:xfrm>
            <a:off x="5474240" y="1268760"/>
            <a:ext cx="3665447" cy="1664058"/>
            <a:chOff x="2483768" y="3421126"/>
            <a:chExt cx="3665447" cy="1664058"/>
          </a:xfrm>
        </p:grpSpPr>
        <p:grpSp>
          <p:nvGrpSpPr>
            <p:cNvPr id="6" name="Group 58"/>
            <p:cNvGrpSpPr/>
            <p:nvPr/>
          </p:nvGrpSpPr>
          <p:grpSpPr>
            <a:xfrm>
              <a:off x="2627784" y="3421126"/>
              <a:ext cx="3521431" cy="1664058"/>
              <a:chOff x="395536" y="3124199"/>
              <a:chExt cx="3521431" cy="1664058"/>
            </a:xfrm>
          </p:grpSpPr>
          <p:pic>
            <p:nvPicPr>
              <p:cNvPr id="17" name="Picture 19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95536" y="3429000"/>
                <a:ext cx="3521431" cy="1359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grpSp>
            <p:nvGrpSpPr>
              <p:cNvPr id="7" name="Group 57"/>
              <p:cNvGrpSpPr/>
              <p:nvPr/>
            </p:nvGrpSpPr>
            <p:grpSpPr>
              <a:xfrm>
                <a:off x="696013" y="3124199"/>
                <a:ext cx="2600628" cy="1226789"/>
                <a:chOff x="703364" y="3124199"/>
                <a:chExt cx="2600628" cy="1226789"/>
              </a:xfrm>
            </p:grpSpPr>
            <p:sp>
              <p:nvSpPr>
                <p:cNvPr id="1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191684" y="3124199"/>
                  <a:ext cx="2091523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Translational Mass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1259632" y="4005064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703364" y="3720368"/>
                  <a:ext cx="612040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endParaRPr lang="en-GB" dirty="0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2283480" y="3918988"/>
                  <a:ext cx="1020512" cy="43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</p:grpSp>
        </p:grpSp>
        <p:sp>
          <p:nvSpPr>
            <p:cNvPr id="67" name="TextBox 66"/>
            <p:cNvSpPr txBox="1"/>
            <p:nvPr/>
          </p:nvSpPr>
          <p:spPr>
            <a:xfrm>
              <a:off x="2483768" y="3707740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ii)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7504" y="1124744"/>
            <a:ext cx="489654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algn="just">
              <a:buFont typeface="Arial" pitchFamily="34" charset="0"/>
              <a:buChar char="•"/>
            </a:pPr>
            <a:r>
              <a:rPr lang="en-GB" sz="2600" dirty="0"/>
              <a:t>Translational Mass is an inertia element.</a:t>
            </a:r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r>
              <a:rPr lang="en-GB" sz="2600" dirty="0"/>
              <a:t>A mechanical system without mass does not exist.  </a:t>
            </a:r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r>
              <a:rPr lang="en-GB" sz="2600" dirty="0"/>
              <a:t>If a force </a:t>
            </a:r>
            <a:r>
              <a:rPr lang="en-GB" sz="2600" i="1" dirty="0">
                <a:solidFill>
                  <a:srgbClr val="FF0000"/>
                </a:solidFill>
              </a:rPr>
              <a:t>F</a:t>
            </a:r>
            <a:r>
              <a:rPr lang="en-GB" sz="2600" dirty="0"/>
              <a:t> is applied to a mass and it is displaced to </a:t>
            </a:r>
            <a:r>
              <a:rPr lang="en-GB" sz="2600" i="1" dirty="0">
                <a:solidFill>
                  <a:srgbClr val="FF0000"/>
                </a:solidFill>
              </a:rPr>
              <a:t>x</a:t>
            </a:r>
            <a:r>
              <a:rPr lang="en-GB" sz="2600" dirty="0"/>
              <a:t> meters then the relation b/w force and displacements is given by Newton’s law.</a:t>
            </a:r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5292080" y="3429000"/>
            <a:ext cx="3519821" cy="1800200"/>
            <a:chOff x="2801604" y="3501008"/>
            <a:chExt cx="3519821" cy="1800200"/>
          </a:xfrm>
        </p:grpSpPr>
        <p:sp>
          <p:nvSpPr>
            <p:cNvPr id="13" name="Rectangle 12"/>
            <p:cNvSpPr/>
            <p:nvPr/>
          </p:nvSpPr>
          <p:spPr>
            <a:xfrm>
              <a:off x="4067944" y="4149080"/>
              <a:ext cx="1368152" cy="11521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200" b="1" dirty="0"/>
                <a:t>M</a:t>
              </a:r>
            </a:p>
          </p:txBody>
        </p:sp>
        <p:cxnSp>
          <p:nvCxnSpPr>
            <p:cNvPr id="15" name="Straight Arrow Connector 14"/>
            <p:cNvCxnSpPr>
              <a:endCxn id="13" idx="1"/>
            </p:cNvCxnSpPr>
            <p:nvPr/>
          </p:nvCxnSpPr>
          <p:spPr>
            <a:xfrm>
              <a:off x="3059832" y="4725144"/>
              <a:ext cx="10081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18"/>
            <p:cNvCxnSpPr/>
            <p:nvPr/>
          </p:nvCxnSpPr>
          <p:spPr>
            <a:xfrm flipV="1">
              <a:off x="4644008" y="3501008"/>
              <a:ext cx="1296144" cy="648072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3" name="Object 22"/>
            <p:cNvGraphicFramePr>
              <a:graphicFrameLocks noChangeAspect="1"/>
            </p:cNvGraphicFramePr>
            <p:nvPr/>
          </p:nvGraphicFramePr>
          <p:xfrm>
            <a:off x="2801604" y="4291428"/>
            <a:ext cx="720080" cy="407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79360" imgH="177480" progId="Equation.3">
                    <p:embed/>
                  </p:oleObj>
                </mc:Choice>
                <mc:Fallback>
                  <p:oleObj name="Equation" r:id="rId3" imgW="279360" imgH="177480" progId="Equation.3">
                    <p:embed/>
                    <p:pic>
                      <p:nvPicPr>
                        <p:cNvPr id="23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604" y="4291428"/>
                          <a:ext cx="720080" cy="4075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18" name="Object 2"/>
            <p:cNvGraphicFramePr>
              <a:graphicFrameLocks noChangeAspect="1"/>
            </p:cNvGraphicFramePr>
            <p:nvPr/>
          </p:nvGraphicFramePr>
          <p:xfrm>
            <a:off x="5700713" y="3644900"/>
            <a:ext cx="620712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41200" imgH="177480" progId="Equation.3">
                    <p:embed/>
                  </p:oleObj>
                </mc:Choice>
                <mc:Fallback>
                  <p:oleObj name="Equation" r:id="rId5" imgW="241200" imgH="177480" progId="Equation.3">
                    <p:embed/>
                    <p:pic>
                      <p:nvPicPr>
                        <p:cNvPr id="13721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0713" y="3644900"/>
                          <a:ext cx="620712" cy="4079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7219" name="Object 3"/>
          <p:cNvGraphicFramePr>
            <a:graphicFrameLocks noChangeAspect="1"/>
          </p:cNvGraphicFramePr>
          <p:nvPr/>
        </p:nvGraphicFramePr>
        <p:xfrm>
          <a:off x="2374900" y="5991225"/>
          <a:ext cx="194468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152280" progId="Equation.3">
                  <p:embed/>
                </p:oleObj>
              </mc:Choice>
              <mc:Fallback>
                <p:oleObj name="Equation" r:id="rId7" imgW="457200" imgH="152280" progId="Equation.3">
                  <p:embed/>
                  <p:pic>
                    <p:nvPicPr>
                      <p:cNvPr id="137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5991225"/>
                        <a:ext cx="1944688" cy="4921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96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57200" y="260648"/>
            <a:ext cx="8507288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Translational Damper</a:t>
            </a:r>
          </a:p>
        </p:txBody>
      </p:sp>
      <p:grpSp>
        <p:nvGrpSpPr>
          <p:cNvPr id="8" name="Group 70"/>
          <p:cNvGrpSpPr/>
          <p:nvPr/>
        </p:nvGrpSpPr>
        <p:grpSpPr>
          <a:xfrm>
            <a:off x="5652120" y="3140968"/>
            <a:ext cx="3125763" cy="1447233"/>
            <a:chOff x="2483768" y="5068415"/>
            <a:chExt cx="3125763" cy="1447233"/>
          </a:xfrm>
        </p:grpSpPr>
        <p:grpSp>
          <p:nvGrpSpPr>
            <p:cNvPr id="9" name="Group 63"/>
            <p:cNvGrpSpPr/>
            <p:nvPr/>
          </p:nvGrpSpPr>
          <p:grpSpPr>
            <a:xfrm>
              <a:off x="2627784" y="5068415"/>
              <a:ext cx="2981747" cy="1447233"/>
              <a:chOff x="467544" y="5068415"/>
              <a:chExt cx="2981747" cy="1447233"/>
            </a:xfrm>
          </p:grpSpPr>
          <p:pic>
            <p:nvPicPr>
              <p:cNvPr id="20" name="Picture 19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67544" y="5373216"/>
                <a:ext cx="2981747" cy="1142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1" name="Text Box 9"/>
              <p:cNvSpPr txBox="1">
                <a:spLocks noChangeArrowheads="1"/>
              </p:cNvSpPr>
              <p:nvPr/>
            </p:nvSpPr>
            <p:spPr bwMode="auto">
              <a:xfrm>
                <a:off x="988742" y="5068415"/>
                <a:ext cx="235912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Translational Damper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627296" y="5736592"/>
                <a:ext cx="787084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1331640" y="5949280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2757732" y="5777128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2194068" y="5965016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2483768" y="5363924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iii)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7504" y="1124744"/>
            <a:ext cx="4896544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algn="just">
              <a:buFont typeface="Arial" pitchFamily="34" charset="0"/>
              <a:buChar char="•"/>
            </a:pPr>
            <a:r>
              <a:rPr lang="en-GB" sz="2600" dirty="0"/>
              <a:t>When the viscosity or drag is not negligible in a system, we often model them with the damping force. </a:t>
            </a:r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r>
              <a:rPr lang="en-GB" sz="2600" dirty="0"/>
              <a:t>All the materials exhibit the property of damping to some extent. </a:t>
            </a:r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r>
              <a:rPr lang="en-GB" sz="2600" dirty="0"/>
              <a:t>If damping in the system is not enough then extra elements (e.g. Dashpot) are added to increase damping.</a:t>
            </a:r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75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57200" y="260648"/>
            <a:ext cx="8507288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266700" indent="-266700" algn="ctr"/>
            <a:r>
              <a:rPr lang="en-GB" sz="3600" dirty="0"/>
              <a:t>Common  Uses of Dashpots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04" y="1124744"/>
            <a:ext cx="489654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</p:txBody>
      </p:sp>
      <p:pic>
        <p:nvPicPr>
          <p:cNvPr id="13" name="Picture 12" descr="220px-Door_closer_manual_dscn1666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1484784"/>
            <a:ext cx="2651787" cy="1988840"/>
          </a:xfrm>
          <a:prstGeom prst="rect">
            <a:avLst/>
          </a:prstGeom>
        </p:spPr>
      </p:pic>
      <p:pic>
        <p:nvPicPr>
          <p:cNvPr id="14" name="Picture 13" descr="1287778048_131186470_1-Dohra-Automobile-shock-absorberany-car-islamabad-128777804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26124" y="1556792"/>
            <a:ext cx="2674268" cy="2364053"/>
          </a:xfrm>
          <a:prstGeom prst="rect">
            <a:avLst/>
          </a:prstGeom>
        </p:spPr>
      </p:pic>
      <p:pic>
        <p:nvPicPr>
          <p:cNvPr id="15" name="Picture 14" descr="basarab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20072" y="4413108"/>
            <a:ext cx="2924944" cy="1949963"/>
          </a:xfrm>
          <a:prstGeom prst="rect">
            <a:avLst/>
          </a:prstGeom>
        </p:spPr>
      </p:pic>
      <p:pic>
        <p:nvPicPr>
          <p:cNvPr id="16" name="Picture 15" descr="Fig17-5b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1560" y="4221088"/>
            <a:ext cx="2899030" cy="21778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5616" y="1052736"/>
            <a:ext cx="15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Door Stoppers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8144" y="1196752"/>
            <a:ext cx="1976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Vehicle Suspension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84" y="3861048"/>
            <a:ext cx="190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Bridge Suspension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2120" y="4005064"/>
            <a:ext cx="1978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Flyover Suspension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8600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57200" y="260648"/>
            <a:ext cx="8507288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Translational Damper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1352550" y="3541713"/>
          <a:ext cx="16129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152280" progId="Equation.3">
                  <p:embed/>
                </p:oleObj>
              </mc:Choice>
              <mc:Fallback>
                <p:oleObj name="Equation" r:id="rId2" imgW="431640" imgH="15228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3541713"/>
                        <a:ext cx="1612900" cy="476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/>
        </p:nvSpPr>
        <p:spPr>
          <a:xfrm>
            <a:off x="683568" y="4942329"/>
            <a:ext cx="51688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3525" indent="-263525">
              <a:buFont typeface="Arial" pitchFamily="34" charset="0"/>
              <a:buChar char="•"/>
            </a:pPr>
            <a:r>
              <a:rPr lang="en-GB" sz="2200" dirty="0"/>
              <a:t>Where </a:t>
            </a:r>
            <a:r>
              <a:rPr lang="en-GB" sz="2200" i="1" dirty="0">
                <a:solidFill>
                  <a:srgbClr val="FF0000"/>
                </a:solidFill>
              </a:rPr>
              <a:t>C</a:t>
            </a:r>
            <a:r>
              <a:rPr lang="en-GB" sz="2200" dirty="0"/>
              <a:t> is damping coefficient (</a:t>
            </a:r>
            <a:r>
              <a:rPr lang="en-GB" sz="2200" i="1" dirty="0">
                <a:solidFill>
                  <a:srgbClr val="FF0000"/>
                </a:solidFill>
              </a:rPr>
              <a:t>N/ms</a:t>
            </a:r>
            <a:r>
              <a:rPr lang="en-GB" sz="2200" i="1" baseline="30000" dirty="0">
                <a:solidFill>
                  <a:srgbClr val="FF0000"/>
                </a:solidFill>
              </a:rPr>
              <a:t>-1</a:t>
            </a:r>
            <a:r>
              <a:rPr lang="en-GB" sz="2200" dirty="0"/>
              <a:t>).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11560" y="1557953"/>
            <a:ext cx="3312368" cy="1521460"/>
            <a:chOff x="2411760" y="1268760"/>
            <a:chExt cx="3312368" cy="1521460"/>
          </a:xfrm>
        </p:grpSpPr>
        <p:grpSp>
          <p:nvGrpSpPr>
            <p:cNvPr id="22" name="Group 21"/>
            <p:cNvGrpSpPr/>
            <p:nvPr/>
          </p:nvGrpSpPr>
          <p:grpSpPr>
            <a:xfrm>
              <a:off x="2411760" y="1268760"/>
              <a:ext cx="3312368" cy="1521460"/>
              <a:chOff x="2411760" y="1268760"/>
              <a:chExt cx="3312368" cy="1521460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2411760" y="1268760"/>
                <a:ext cx="3312368" cy="1512168"/>
                <a:chOff x="3557588" y="2780928"/>
                <a:chExt cx="2958628" cy="1162422"/>
              </a:xfrm>
            </p:grpSpPr>
            <p:pic>
              <p:nvPicPr>
                <p:cNvPr id="139266" name="Picture 2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3557588" y="2914650"/>
                  <a:ext cx="2028825" cy="10287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39267" name="Picture 3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525616" y="3365334"/>
                  <a:ext cx="990600" cy="2381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39268" name="Picture 4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5508104" y="2780928"/>
                  <a:ext cx="323850" cy="3048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19" name="TextBox 18"/>
              <p:cNvSpPr txBox="1"/>
              <p:nvPr/>
            </p:nvSpPr>
            <p:spPr>
              <a:xfrm>
                <a:off x="3563888" y="2420888"/>
                <a:ext cx="288032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4848910" y="1321447"/>
              <a:ext cx="28803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en-GB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652120" y="1413937"/>
            <a:ext cx="2808312" cy="1521460"/>
            <a:chOff x="5436096" y="1052736"/>
            <a:chExt cx="2808312" cy="1521460"/>
          </a:xfrm>
        </p:grpSpPr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 l="22191"/>
            <a:stretch>
              <a:fillRect/>
            </a:stretch>
          </p:blipFill>
          <p:spPr bwMode="auto">
            <a:xfrm>
              <a:off x="5436096" y="1226692"/>
              <a:ext cx="1767340" cy="1338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135370" y="1812976"/>
              <a:ext cx="1109038" cy="3097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115764" y="1052736"/>
              <a:ext cx="362570" cy="396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TextBox 20"/>
            <p:cNvSpPr txBox="1"/>
            <p:nvPr/>
          </p:nvSpPr>
          <p:spPr>
            <a:xfrm>
              <a:off x="6084168" y="2204864"/>
              <a:ext cx="28803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en-GB" dirty="0"/>
            </a:p>
          </p:txBody>
        </p:sp>
        <p:pic>
          <p:nvPicPr>
            <p:cNvPr id="28" name="Picture 6"/>
            <p:cNvPicPr>
              <a:picLocks noChangeAspect="1" noChangeArrowheads="1"/>
            </p:cNvPicPr>
            <p:nvPr/>
          </p:nvPicPr>
          <p:blipFill>
            <a:blip r:embed="rId7" cstate="print"/>
            <a:srcRect l="53239" r="20142" b="74801"/>
            <a:stretch>
              <a:fillRect/>
            </a:stretch>
          </p:blipFill>
          <p:spPr bwMode="auto">
            <a:xfrm>
              <a:off x="5868144" y="1268760"/>
              <a:ext cx="360040" cy="2160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0" name="Straight Connector 29"/>
            <p:cNvCxnSpPr/>
            <p:nvPr/>
          </p:nvCxnSpPr>
          <p:spPr>
            <a:xfrm flipV="1">
              <a:off x="5436096" y="1567914"/>
              <a:ext cx="0" cy="4110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5436096" y="1556792"/>
              <a:ext cx="432048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39270" name="Object 6"/>
          <p:cNvGraphicFramePr>
            <a:graphicFrameLocks noChangeAspect="1"/>
          </p:cNvGraphicFramePr>
          <p:nvPr/>
        </p:nvGraphicFramePr>
        <p:xfrm>
          <a:off x="5418262" y="3429839"/>
          <a:ext cx="25844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480" imgH="203040" progId="Equation.3">
                  <p:embed/>
                </p:oleObj>
              </mc:Choice>
              <mc:Fallback>
                <p:oleObj name="Equation" r:id="rId8" imgW="825480" imgH="203040" progId="Equation.3">
                  <p:embed/>
                  <p:pic>
                    <p:nvPicPr>
                      <p:cNvPr id="139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262" y="3429839"/>
                        <a:ext cx="2584450" cy="635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154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Example-7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800" dirty="0"/>
              <a:t>Consider the following system (friction is negligible)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467544" y="3645024"/>
            <a:ext cx="3295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/>
              <a:t>   Free Body Diagram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2836863" y="4426322"/>
            <a:ext cx="3270250" cy="1018902"/>
            <a:chOff x="2836863" y="4768850"/>
            <a:chExt cx="3270250" cy="1018902"/>
          </a:xfrm>
        </p:grpSpPr>
        <p:grpSp>
          <p:nvGrpSpPr>
            <p:cNvPr id="32" name="Group 31"/>
            <p:cNvGrpSpPr/>
            <p:nvPr/>
          </p:nvGrpSpPr>
          <p:grpSpPr>
            <a:xfrm>
              <a:off x="3779912" y="4797152"/>
              <a:ext cx="1295400" cy="990600"/>
              <a:chOff x="3124200" y="2133600"/>
              <a:chExt cx="1295400" cy="99060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3124200" y="2133600"/>
                <a:ext cx="12954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3512125" y="2327565"/>
                <a:ext cx="5357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M</a:t>
                </a:r>
              </a:p>
            </p:txBody>
          </p:sp>
        </p:grpSp>
        <p:cxnSp>
          <p:nvCxnSpPr>
            <p:cNvPr id="38" name="Straight Arrow Connector 37"/>
            <p:cNvCxnSpPr/>
            <p:nvPr/>
          </p:nvCxnSpPr>
          <p:spPr>
            <a:xfrm>
              <a:off x="3317421" y="5589240"/>
              <a:ext cx="457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3320154" y="5013176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5654" name="Object 6"/>
            <p:cNvGraphicFramePr>
              <a:graphicFrameLocks noChangeAspect="1"/>
            </p:cNvGraphicFramePr>
            <p:nvPr/>
          </p:nvGraphicFramePr>
          <p:xfrm>
            <a:off x="2915816" y="5431369"/>
            <a:ext cx="438150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39680" progId="Equation.3">
                    <p:embed/>
                  </p:oleObj>
                </mc:Choice>
                <mc:Fallback>
                  <p:oleObj name="Equation" r:id="rId2" imgW="139680" imgH="139680" progId="Equation.3">
                    <p:embed/>
                    <p:pic>
                      <p:nvPicPr>
                        <p:cNvPr id="15565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5431369"/>
                          <a:ext cx="438150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655" name="Object 7"/>
            <p:cNvGraphicFramePr>
              <a:graphicFrameLocks noChangeAspect="1"/>
            </p:cNvGraphicFramePr>
            <p:nvPr/>
          </p:nvGraphicFramePr>
          <p:xfrm>
            <a:off x="2836863" y="4768850"/>
            <a:ext cx="519112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190440" progId="Equation.3">
                    <p:embed/>
                  </p:oleObj>
                </mc:Choice>
                <mc:Fallback>
                  <p:oleObj name="Equation" r:id="rId4" imgW="164880" imgH="190440" progId="Equation.3">
                    <p:embed/>
                    <p:pic>
                      <p:nvPicPr>
                        <p:cNvPr id="15565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6863" y="4768850"/>
                          <a:ext cx="519112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9" name="Straight Arrow Connector 48"/>
            <p:cNvCxnSpPr/>
            <p:nvPr/>
          </p:nvCxnSpPr>
          <p:spPr>
            <a:xfrm>
              <a:off x="5076056" y="5301208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5656" name="Object 8"/>
            <p:cNvGraphicFramePr>
              <a:graphicFrameLocks noChangeAspect="1"/>
            </p:cNvGraphicFramePr>
            <p:nvPr/>
          </p:nvGraphicFramePr>
          <p:xfrm>
            <a:off x="5429250" y="5084763"/>
            <a:ext cx="677863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5640" imgH="190440" progId="Equation.3">
                    <p:embed/>
                  </p:oleObj>
                </mc:Choice>
                <mc:Fallback>
                  <p:oleObj name="Equation" r:id="rId6" imgW="215640" imgH="190440" progId="Equation.3">
                    <p:embed/>
                    <p:pic>
                      <p:nvPicPr>
                        <p:cNvPr id="15565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9250" y="5084763"/>
                          <a:ext cx="677863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Group 49"/>
          <p:cNvGrpSpPr/>
          <p:nvPr/>
        </p:nvGrpSpPr>
        <p:grpSpPr>
          <a:xfrm>
            <a:off x="2423120" y="1655620"/>
            <a:ext cx="5029200" cy="1524000"/>
            <a:chOff x="1066800" y="1600200"/>
            <a:chExt cx="5029200" cy="15240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066800" y="1600200"/>
              <a:ext cx="0" cy="1524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066800" y="3124200"/>
              <a:ext cx="50292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066800" y="2438400"/>
              <a:ext cx="76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828800" y="2209800"/>
              <a:ext cx="2286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057400" y="22098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2057400" y="2209800"/>
              <a:ext cx="2286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286000" y="22098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2286000" y="2209800"/>
              <a:ext cx="2286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514600" y="22098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2514600" y="2209800"/>
              <a:ext cx="2286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743200" y="2209800"/>
              <a:ext cx="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743200" y="2438400"/>
              <a:ext cx="381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4419600" y="2438400"/>
              <a:ext cx="838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3124200" y="2105890"/>
              <a:ext cx="1295400" cy="990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2667000" y="2819400"/>
              <a:ext cx="457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8" name="Object 47"/>
            <p:cNvGraphicFramePr>
              <a:graphicFrameLocks noChangeAspect="1"/>
            </p:cNvGraphicFramePr>
            <p:nvPr/>
          </p:nvGraphicFramePr>
          <p:xfrm>
            <a:off x="2267744" y="1844824"/>
            <a:ext cx="360040" cy="370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120" imgH="164880" progId="Equation.3">
                    <p:embed/>
                  </p:oleObj>
                </mc:Choice>
                <mc:Fallback>
                  <p:oleObj name="Equation" r:id="rId8" imgW="114120" imgH="164880" progId="Equation.3">
                    <p:embed/>
                    <p:pic>
                      <p:nvPicPr>
                        <p:cNvPr id="48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4" y="1844824"/>
                          <a:ext cx="360040" cy="3705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652" name="Object 4"/>
            <p:cNvGraphicFramePr>
              <a:graphicFrameLocks noChangeAspect="1"/>
            </p:cNvGraphicFramePr>
            <p:nvPr/>
          </p:nvGraphicFramePr>
          <p:xfrm>
            <a:off x="2228850" y="2665413"/>
            <a:ext cx="438150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39680" progId="Equation.3">
                    <p:embed/>
                  </p:oleObj>
                </mc:Choice>
                <mc:Fallback>
                  <p:oleObj name="Equation" r:id="rId10" imgW="139680" imgH="139680" progId="Equation.3">
                    <p:embed/>
                    <p:pic>
                      <p:nvPicPr>
                        <p:cNvPr id="15565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8850" y="2665413"/>
                          <a:ext cx="438150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653" name="Object 5"/>
            <p:cNvGraphicFramePr>
              <a:graphicFrameLocks noChangeAspect="1"/>
            </p:cNvGraphicFramePr>
            <p:nvPr/>
          </p:nvGraphicFramePr>
          <p:xfrm>
            <a:off x="5278870" y="2305483"/>
            <a:ext cx="358775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4120" imgH="126720" progId="Equation.3">
                    <p:embed/>
                  </p:oleObj>
                </mc:Choice>
                <mc:Fallback>
                  <p:oleObj name="Equation" r:id="rId12" imgW="114120" imgH="126720" progId="Equation.3">
                    <p:embed/>
                    <p:pic>
                      <p:nvPicPr>
                        <p:cNvPr id="15565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8870" y="2305483"/>
                          <a:ext cx="358775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657" name="Object 9"/>
            <p:cNvGraphicFramePr>
              <a:graphicFrameLocks noChangeAspect="1"/>
            </p:cNvGraphicFramePr>
            <p:nvPr/>
          </p:nvGraphicFramePr>
          <p:xfrm>
            <a:off x="3533445" y="2434743"/>
            <a:ext cx="686814" cy="386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7480" imgH="139680" progId="Equation.3">
                    <p:embed/>
                  </p:oleObj>
                </mc:Choice>
                <mc:Fallback>
                  <p:oleObj name="Equation" r:id="rId14" imgW="177480" imgH="139680" progId="Equation.3">
                    <p:embed/>
                    <p:pic>
                      <p:nvPicPr>
                        <p:cNvPr id="15565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3445" y="2434743"/>
                          <a:ext cx="686814" cy="3863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" name="TextBox 51"/>
          <p:cNvSpPr txBox="1"/>
          <p:nvPr/>
        </p:nvSpPr>
        <p:spPr>
          <a:xfrm>
            <a:off x="467544" y="5589240"/>
            <a:ext cx="8352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3525" indent="-263525">
              <a:buFont typeface="Arial" pitchFamily="34" charset="0"/>
              <a:buChar char="•"/>
            </a:pPr>
            <a:r>
              <a:rPr lang="en-US" sz="2800" dirty="0"/>
              <a:t>Where       and       are forces applied by the spring and  inertial force respectively. </a:t>
            </a:r>
          </a:p>
        </p:txBody>
      </p:sp>
      <p:graphicFrame>
        <p:nvGraphicFramePr>
          <p:cNvPr id="53" name="Object 7"/>
          <p:cNvGraphicFramePr>
            <a:graphicFrameLocks noChangeAspect="1"/>
          </p:cNvGraphicFramePr>
          <p:nvPr/>
        </p:nvGraphicFramePr>
        <p:xfrm>
          <a:off x="1835696" y="5661248"/>
          <a:ext cx="5191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4880" imgH="190440" progId="Equation.3">
                  <p:embed/>
                </p:oleObj>
              </mc:Choice>
              <mc:Fallback>
                <p:oleObj name="Equation" r:id="rId16" imgW="164880" imgH="190440" progId="Equation.3">
                  <p:embed/>
                  <p:pic>
                    <p:nvPicPr>
                      <p:cNvPr id="5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661248"/>
                        <a:ext cx="519112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8"/>
          <p:cNvGraphicFramePr>
            <a:graphicFrameLocks noChangeAspect="1"/>
          </p:cNvGraphicFramePr>
          <p:nvPr/>
        </p:nvGraphicFramePr>
        <p:xfrm>
          <a:off x="2874251" y="5633538"/>
          <a:ext cx="6778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5640" imgH="190440" progId="Equation.3">
                  <p:embed/>
                </p:oleObj>
              </mc:Choice>
              <mc:Fallback>
                <p:oleObj name="Equation" r:id="rId17" imgW="215640" imgH="190440" progId="Equation.3">
                  <p:embed/>
                  <p:pic>
                    <p:nvPicPr>
                      <p:cNvPr id="5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251" y="5633538"/>
                        <a:ext cx="67786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195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1596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Example-7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95536" y="3212976"/>
            <a:ext cx="7210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63525" indent="-263525">
              <a:buFont typeface="Arial" pitchFamily="34" charset="0"/>
              <a:buChar char="•"/>
            </a:pPr>
            <a:r>
              <a:rPr lang="en-US" sz="2800" dirty="0"/>
              <a:t>Then the differential equation of the system is:</a:t>
            </a:r>
          </a:p>
        </p:txBody>
      </p:sp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3065726" y="4005064"/>
          <a:ext cx="251438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164880" progId="Equation.3">
                  <p:embed/>
                </p:oleObj>
              </mc:Choice>
              <mc:Fallback>
                <p:oleObj name="Equation" r:id="rId2" imgW="685800" imgH="164880" progId="Equation.3">
                  <p:embed/>
                  <p:pic>
                    <p:nvPicPr>
                      <p:cNvPr id="44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726" y="4005064"/>
                        <a:ext cx="2514386" cy="504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309673" y="4653136"/>
            <a:ext cx="8820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en-US" sz="2800" dirty="0"/>
              <a:t>Taking the Laplace Transform of both sides and ignoring initial conditions we get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843808" y="1124744"/>
            <a:ext cx="3270250" cy="1018902"/>
            <a:chOff x="2836863" y="4768850"/>
            <a:chExt cx="3270250" cy="1018902"/>
          </a:xfrm>
        </p:grpSpPr>
        <p:grpSp>
          <p:nvGrpSpPr>
            <p:cNvPr id="32" name="Group 31"/>
            <p:cNvGrpSpPr/>
            <p:nvPr/>
          </p:nvGrpSpPr>
          <p:grpSpPr>
            <a:xfrm>
              <a:off x="3779912" y="4797152"/>
              <a:ext cx="1295400" cy="990600"/>
              <a:chOff x="3124200" y="2133600"/>
              <a:chExt cx="1295400" cy="990600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3124200" y="2133600"/>
                <a:ext cx="12954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3512125" y="2327565"/>
                <a:ext cx="5357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M</a:t>
                </a:r>
              </a:p>
            </p:txBody>
          </p:sp>
        </p:grpSp>
        <p:cxnSp>
          <p:nvCxnSpPr>
            <p:cNvPr id="33" name="Straight Arrow Connector 32"/>
            <p:cNvCxnSpPr/>
            <p:nvPr/>
          </p:nvCxnSpPr>
          <p:spPr>
            <a:xfrm>
              <a:off x="3317421" y="5589240"/>
              <a:ext cx="457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3320154" y="5013176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6" name="Object 6"/>
            <p:cNvGraphicFramePr>
              <a:graphicFrameLocks noChangeAspect="1"/>
            </p:cNvGraphicFramePr>
            <p:nvPr/>
          </p:nvGraphicFramePr>
          <p:xfrm>
            <a:off x="2915816" y="5431369"/>
            <a:ext cx="438150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39680" progId="Equation.3">
                    <p:embed/>
                  </p:oleObj>
                </mc:Choice>
                <mc:Fallback>
                  <p:oleObj name="Equation" r:id="rId4" imgW="139680" imgH="139680" progId="Equation.3">
                    <p:embed/>
                    <p:pic>
                      <p:nvPicPr>
                        <p:cNvPr id="4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5431369"/>
                          <a:ext cx="438150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7"/>
            <p:cNvGraphicFramePr>
              <a:graphicFrameLocks noChangeAspect="1"/>
            </p:cNvGraphicFramePr>
            <p:nvPr/>
          </p:nvGraphicFramePr>
          <p:xfrm>
            <a:off x="2836863" y="4768850"/>
            <a:ext cx="519112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190440" progId="Equation.3">
                    <p:embed/>
                  </p:oleObj>
                </mc:Choice>
                <mc:Fallback>
                  <p:oleObj name="Equation" r:id="rId6" imgW="164880" imgH="190440" progId="Equation.3">
                    <p:embed/>
                    <p:pic>
                      <p:nvPicPr>
                        <p:cNvPr id="4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6863" y="4768850"/>
                          <a:ext cx="519112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8" name="Straight Arrow Connector 47"/>
            <p:cNvCxnSpPr/>
            <p:nvPr/>
          </p:nvCxnSpPr>
          <p:spPr>
            <a:xfrm>
              <a:off x="5076056" y="5301208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9" name="Object 8"/>
            <p:cNvGraphicFramePr>
              <a:graphicFrameLocks noChangeAspect="1"/>
            </p:cNvGraphicFramePr>
            <p:nvPr/>
          </p:nvGraphicFramePr>
          <p:xfrm>
            <a:off x="5429250" y="5084763"/>
            <a:ext cx="677863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5640" imgH="190440" progId="Equation.3">
                    <p:embed/>
                  </p:oleObj>
                </mc:Choice>
                <mc:Fallback>
                  <p:oleObj name="Equation" r:id="rId8" imgW="215640" imgH="190440" progId="Equation.3">
                    <p:embed/>
                    <p:pic>
                      <p:nvPicPr>
                        <p:cNvPr id="4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9250" y="5084763"/>
                          <a:ext cx="677863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4630" name="Object 2"/>
          <p:cNvGraphicFramePr>
            <a:graphicFrameLocks noChangeAspect="1"/>
          </p:cNvGraphicFramePr>
          <p:nvPr/>
        </p:nvGraphicFramePr>
        <p:xfrm>
          <a:off x="3347864" y="2564904"/>
          <a:ext cx="1988639" cy="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190440" progId="Equation.3">
                  <p:embed/>
                </p:oleObj>
              </mc:Choice>
              <mc:Fallback>
                <p:oleObj name="Equation" r:id="rId10" imgW="698400" imgH="190440" progId="Equation.3">
                  <p:embed/>
                  <p:pic>
                    <p:nvPicPr>
                      <p:cNvPr id="1546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564904"/>
                        <a:ext cx="1988639" cy="51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1" name="Object 2"/>
          <p:cNvGraphicFramePr>
            <a:graphicFrameLocks noChangeAspect="1"/>
          </p:cNvGraphicFramePr>
          <p:nvPr/>
        </p:nvGraphicFramePr>
        <p:xfrm>
          <a:off x="2483768" y="5949280"/>
          <a:ext cx="4421857" cy="524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33440" imgH="190440" progId="Equation.3">
                  <p:embed/>
                </p:oleObj>
              </mc:Choice>
              <mc:Fallback>
                <p:oleObj name="Equation" r:id="rId12" imgW="1333440" imgH="190440" progId="Equation.3">
                  <p:embed/>
                  <p:pic>
                    <p:nvPicPr>
                      <p:cNvPr id="15463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5949280"/>
                        <a:ext cx="4421857" cy="5240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710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47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555776" y="719485"/>
          <a:ext cx="45037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190440" progId="Equation.3">
                  <p:embed/>
                </p:oleObj>
              </mc:Choice>
              <mc:Fallback>
                <p:oleObj name="Equation" r:id="rId2" imgW="1333440" imgH="1904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719485"/>
                        <a:ext cx="4503737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3528" y="1393612"/>
            <a:ext cx="5862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63525" indent="-263525">
              <a:buFont typeface="Arial" pitchFamily="34" charset="0"/>
              <a:buChar char="•"/>
            </a:pPr>
            <a:r>
              <a:rPr lang="en-US" sz="2800" dirty="0"/>
              <a:t>The transfer function of the system is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203848" y="2420888"/>
          <a:ext cx="2712527" cy="963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68280" progId="Equation.3">
                  <p:embed/>
                </p:oleObj>
              </mc:Choice>
              <mc:Fallback>
                <p:oleObj name="Equation" r:id="rId4" imgW="914400" imgH="36828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420888"/>
                        <a:ext cx="2712527" cy="96304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3528" y="3625860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63525" indent="-263525">
              <a:buFont typeface="Arial" pitchFamily="34" charset="0"/>
              <a:buChar char="•"/>
            </a:pPr>
            <a:r>
              <a:rPr lang="en-US" sz="2800" dirty="0"/>
              <a:t>if</a:t>
            </a:r>
          </a:p>
        </p:txBody>
      </p:sp>
      <p:graphicFrame>
        <p:nvGraphicFramePr>
          <p:cNvPr id="151556" name="Object 4"/>
          <p:cNvGraphicFramePr>
            <a:graphicFrameLocks noChangeAspect="1"/>
          </p:cNvGraphicFramePr>
          <p:nvPr/>
        </p:nvGraphicFramePr>
        <p:xfrm>
          <a:off x="582613" y="4292600"/>
          <a:ext cx="23368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320" imgH="368280" progId="Equation.3">
                  <p:embed/>
                </p:oleObj>
              </mc:Choice>
              <mc:Fallback>
                <p:oleObj name="Equation" r:id="rId6" imgW="787320" imgH="368280" progId="Equation.3">
                  <p:embed/>
                  <p:pic>
                    <p:nvPicPr>
                      <p:cNvPr id="151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4292600"/>
                        <a:ext cx="2336800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7" name="Object 5"/>
          <p:cNvGraphicFramePr>
            <a:graphicFrameLocks noChangeAspect="1"/>
          </p:cNvGraphicFramePr>
          <p:nvPr/>
        </p:nvGraphicFramePr>
        <p:xfrm>
          <a:off x="3302000" y="5489575"/>
          <a:ext cx="23749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368280" progId="Equation.3">
                  <p:embed/>
                </p:oleObj>
              </mc:Choice>
              <mc:Fallback>
                <p:oleObj name="Equation" r:id="rId8" imgW="799920" imgH="368280" progId="Equation.3">
                  <p:embed/>
                  <p:pic>
                    <p:nvPicPr>
                      <p:cNvPr id="151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5489575"/>
                        <a:ext cx="2374900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457200" y="116632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Example-7</a:t>
            </a:r>
          </a:p>
        </p:txBody>
      </p:sp>
    </p:spTree>
    <p:extLst>
      <p:ext uri="{BB962C8B-B14F-4D97-AF65-F5344CB8AC3E}">
        <p14:creationId xmlns:p14="http://schemas.microsoft.com/office/powerpoint/2010/main" val="355693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9512" y="1772816"/>
            <a:ext cx="5600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63525" indent="-263525">
              <a:buFont typeface="Arial" pitchFamily="34" charset="0"/>
              <a:buChar char="•"/>
            </a:pPr>
            <a:r>
              <a:rPr lang="en-US" sz="2800" dirty="0"/>
              <a:t>The pole-zero map of the system is</a:t>
            </a:r>
          </a:p>
        </p:txBody>
      </p:sp>
      <p:graphicFrame>
        <p:nvGraphicFramePr>
          <p:cNvPr id="151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52323"/>
              </p:ext>
            </p:extLst>
          </p:nvPr>
        </p:nvGraphicFramePr>
        <p:xfrm>
          <a:off x="3322638" y="764704"/>
          <a:ext cx="2373312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368280" progId="Equation.3">
                  <p:embed/>
                </p:oleObj>
              </mc:Choice>
              <mc:Fallback>
                <p:oleObj name="Equation" r:id="rId2" imgW="799920" imgH="368280" progId="Equation.3">
                  <p:embed/>
                  <p:pic>
                    <p:nvPicPr>
                      <p:cNvPr id="151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638" y="764704"/>
                        <a:ext cx="2373312" cy="963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457200" y="116632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Example-7</a:t>
            </a:r>
          </a:p>
        </p:txBody>
      </p:sp>
      <p:pic>
        <p:nvPicPr>
          <p:cNvPr id="112658" name="Picture 18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8" t="5207" r="7252"/>
          <a:stretch/>
        </p:blipFill>
        <p:spPr bwMode="auto">
          <a:xfrm>
            <a:off x="2123727" y="2296036"/>
            <a:ext cx="5459809" cy="4373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95216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Example-8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800" dirty="0"/>
              <a:t>Consider the following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67544" y="3645024"/>
            <a:ext cx="3295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/>
              <a:t>   Free Body Diagram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2063080" y="1628800"/>
            <a:ext cx="5029200" cy="2043088"/>
            <a:chOff x="1090639" y="1628800"/>
            <a:chExt cx="5029200" cy="2043088"/>
          </a:xfrm>
        </p:grpSpPr>
        <p:sp>
          <p:nvSpPr>
            <p:cNvPr id="37" name="Freeform 36"/>
            <p:cNvSpPr/>
            <p:nvPr/>
          </p:nvSpPr>
          <p:spPr>
            <a:xfrm>
              <a:off x="4487594" y="2854570"/>
              <a:ext cx="487680" cy="647113"/>
            </a:xfrm>
            <a:custGeom>
              <a:avLst/>
              <a:gdLst>
                <a:gd name="connsiteX0" fmla="*/ 478301 w 487680"/>
                <a:gd name="connsiteY0" fmla="*/ 647113 h 647113"/>
                <a:gd name="connsiteX1" fmla="*/ 407963 w 487680"/>
                <a:gd name="connsiteY1" fmla="*/ 70338 h 647113"/>
                <a:gd name="connsiteX2" fmla="*/ 0 w 487680"/>
                <a:gd name="connsiteY2" fmla="*/ 225082 h 647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7680" h="647113">
                  <a:moveTo>
                    <a:pt x="478301" y="647113"/>
                  </a:moveTo>
                  <a:cubicBezTo>
                    <a:pt x="482990" y="393895"/>
                    <a:pt x="487680" y="140677"/>
                    <a:pt x="407963" y="70338"/>
                  </a:cubicBezTo>
                  <a:cubicBezTo>
                    <a:pt x="328246" y="0"/>
                    <a:pt x="164123" y="112541"/>
                    <a:pt x="0" y="225082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1090639" y="1628800"/>
              <a:ext cx="5029200" cy="1524000"/>
              <a:chOff x="1066800" y="1600200"/>
              <a:chExt cx="5029200" cy="1524000"/>
            </a:xfrm>
          </p:grpSpPr>
          <p:cxnSp>
            <p:nvCxnSpPr>
              <p:cNvPr id="54" name="Straight Connector 53"/>
              <p:cNvCxnSpPr/>
              <p:nvPr/>
            </p:nvCxnSpPr>
            <p:spPr>
              <a:xfrm>
                <a:off x="1066800" y="1600200"/>
                <a:ext cx="0" cy="152400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1066800" y="3124200"/>
                <a:ext cx="50292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1066800" y="2438400"/>
                <a:ext cx="762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V="1">
                <a:off x="1828800" y="22098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2057400" y="22098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V="1">
                <a:off x="2057400" y="2209800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2286000" y="22098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V="1">
                <a:off x="2286000" y="2209800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2514600" y="22098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flipV="1">
                <a:off x="2514600" y="2209800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2743200" y="2209800"/>
                <a:ext cx="0" cy="2286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2743200" y="2438400"/>
                <a:ext cx="381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>
                <a:off x="4419600" y="2438400"/>
                <a:ext cx="8382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ectangle 66"/>
              <p:cNvSpPr/>
              <p:nvPr/>
            </p:nvSpPr>
            <p:spPr>
              <a:xfrm>
                <a:off x="3124200" y="2105890"/>
                <a:ext cx="12954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Arrow Connector 67"/>
              <p:cNvCxnSpPr/>
              <p:nvPr/>
            </p:nvCxnSpPr>
            <p:spPr>
              <a:xfrm>
                <a:off x="2667000" y="2819400"/>
                <a:ext cx="4572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9" name="Object 68"/>
              <p:cNvGraphicFramePr>
                <a:graphicFrameLocks noChangeAspect="1"/>
              </p:cNvGraphicFramePr>
              <p:nvPr/>
            </p:nvGraphicFramePr>
            <p:xfrm>
              <a:off x="2267744" y="1844824"/>
              <a:ext cx="360040" cy="3705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14120" imgH="164880" progId="Equation.3">
                      <p:embed/>
                    </p:oleObj>
                  </mc:Choice>
                  <mc:Fallback>
                    <p:oleObj name="Equation" r:id="rId2" imgW="114120" imgH="164880" progId="Equation.3">
                      <p:embed/>
                      <p:pic>
                        <p:nvPicPr>
                          <p:cNvPr id="69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7744" y="1844824"/>
                            <a:ext cx="360040" cy="3705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" name="Object 4"/>
              <p:cNvGraphicFramePr>
                <a:graphicFrameLocks noChangeAspect="1"/>
              </p:cNvGraphicFramePr>
              <p:nvPr/>
            </p:nvGraphicFramePr>
            <p:xfrm>
              <a:off x="2228850" y="2665413"/>
              <a:ext cx="438150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9680" imgH="139680" progId="Equation.3">
                      <p:embed/>
                    </p:oleObj>
                  </mc:Choice>
                  <mc:Fallback>
                    <p:oleObj name="Equation" r:id="rId4" imgW="139680" imgH="139680" progId="Equation.3">
                      <p:embed/>
                      <p:pic>
                        <p:nvPicPr>
                          <p:cNvPr id="7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28850" y="2665413"/>
                            <a:ext cx="438150" cy="3143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Object 5"/>
              <p:cNvGraphicFramePr>
                <a:graphicFrameLocks noChangeAspect="1"/>
              </p:cNvGraphicFramePr>
              <p:nvPr/>
            </p:nvGraphicFramePr>
            <p:xfrm>
              <a:off x="5278870" y="2305483"/>
              <a:ext cx="358775" cy="285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14120" imgH="126720" progId="Equation.3">
                      <p:embed/>
                    </p:oleObj>
                  </mc:Choice>
                  <mc:Fallback>
                    <p:oleObj name="Equation" r:id="rId6" imgW="114120" imgH="126720" progId="Equation.3">
                      <p:embed/>
                      <p:pic>
                        <p:nvPicPr>
                          <p:cNvPr id="71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8870" y="2305483"/>
                            <a:ext cx="358775" cy="2857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Object 9"/>
              <p:cNvGraphicFramePr>
                <a:graphicFrameLocks noChangeAspect="1"/>
              </p:cNvGraphicFramePr>
              <p:nvPr/>
            </p:nvGraphicFramePr>
            <p:xfrm>
              <a:off x="3533445" y="2434743"/>
              <a:ext cx="686814" cy="386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77480" imgH="139680" progId="Equation.3">
                      <p:embed/>
                    </p:oleObj>
                  </mc:Choice>
                  <mc:Fallback>
                    <p:oleObj name="Equation" r:id="rId8" imgW="177480" imgH="139680" progId="Equation.3">
                      <p:embed/>
                      <p:pic>
                        <p:nvPicPr>
                          <p:cNvPr id="72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3445" y="2434743"/>
                            <a:ext cx="686814" cy="3863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3" name="Object 5"/>
            <p:cNvGraphicFramePr>
              <a:graphicFrameLocks noChangeAspect="1"/>
            </p:cNvGraphicFramePr>
            <p:nvPr/>
          </p:nvGraphicFramePr>
          <p:xfrm>
            <a:off x="4964113" y="3328988"/>
            <a:ext cx="439737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52280" progId="Equation.3">
                    <p:embed/>
                  </p:oleObj>
                </mc:Choice>
                <mc:Fallback>
                  <p:oleObj name="Equation" r:id="rId10" imgW="139680" imgH="152280" progId="Equation.3">
                    <p:embed/>
                    <p:pic>
                      <p:nvPicPr>
                        <p:cNvPr id="7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4113" y="3328988"/>
                          <a:ext cx="439737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5" name="Group 74"/>
          <p:cNvGrpSpPr/>
          <p:nvPr/>
        </p:nvGrpSpPr>
        <p:grpSpPr>
          <a:xfrm>
            <a:off x="3118538" y="4437112"/>
            <a:ext cx="3325670" cy="1018902"/>
            <a:chOff x="2915816" y="4725144"/>
            <a:chExt cx="3325670" cy="1018902"/>
          </a:xfrm>
        </p:grpSpPr>
        <p:grpSp>
          <p:nvGrpSpPr>
            <p:cNvPr id="33" name="Group 31"/>
            <p:cNvGrpSpPr/>
            <p:nvPr/>
          </p:nvGrpSpPr>
          <p:grpSpPr>
            <a:xfrm>
              <a:off x="3858865" y="4753446"/>
              <a:ext cx="1295400" cy="990600"/>
              <a:chOff x="3124200" y="2133600"/>
              <a:chExt cx="1295400" cy="990600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3124200" y="2133600"/>
                <a:ext cx="12954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512125" y="2327565"/>
                <a:ext cx="5357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M</a:t>
                </a:r>
              </a:p>
            </p:txBody>
          </p:sp>
        </p:grpSp>
        <p:cxnSp>
          <p:nvCxnSpPr>
            <p:cNvPr id="39" name="Straight Arrow Connector 38"/>
            <p:cNvCxnSpPr/>
            <p:nvPr/>
          </p:nvCxnSpPr>
          <p:spPr>
            <a:xfrm>
              <a:off x="3396374" y="5545534"/>
              <a:ext cx="457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3399107" y="4969470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7" name="Object 6"/>
            <p:cNvGraphicFramePr>
              <a:graphicFrameLocks noChangeAspect="1"/>
            </p:cNvGraphicFramePr>
            <p:nvPr/>
          </p:nvGraphicFramePr>
          <p:xfrm>
            <a:off x="2994769" y="5387663"/>
            <a:ext cx="438150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139680" progId="Equation.3">
                    <p:embed/>
                  </p:oleObj>
                </mc:Choice>
                <mc:Fallback>
                  <p:oleObj name="Equation" r:id="rId12" imgW="139680" imgH="139680" progId="Equation.3">
                    <p:embed/>
                    <p:pic>
                      <p:nvPicPr>
                        <p:cNvPr id="4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769" y="5387663"/>
                          <a:ext cx="438150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7"/>
            <p:cNvGraphicFramePr>
              <a:graphicFrameLocks noChangeAspect="1"/>
            </p:cNvGraphicFramePr>
            <p:nvPr/>
          </p:nvGraphicFramePr>
          <p:xfrm>
            <a:off x="2915816" y="4725144"/>
            <a:ext cx="519112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0" imgH="190440" progId="Equation.3">
                    <p:embed/>
                  </p:oleObj>
                </mc:Choice>
                <mc:Fallback>
                  <p:oleObj name="Equation" r:id="rId14" imgW="164880" imgH="190440" progId="Equation.3">
                    <p:embed/>
                    <p:pic>
                      <p:nvPicPr>
                        <p:cNvPr id="4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4725144"/>
                          <a:ext cx="519112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9" name="Straight Arrow Connector 48"/>
            <p:cNvCxnSpPr/>
            <p:nvPr/>
          </p:nvCxnSpPr>
          <p:spPr>
            <a:xfrm>
              <a:off x="5155009" y="5472934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0" name="Object 8"/>
            <p:cNvGraphicFramePr>
              <a:graphicFrameLocks noChangeAspect="1"/>
            </p:cNvGraphicFramePr>
            <p:nvPr/>
          </p:nvGraphicFramePr>
          <p:xfrm>
            <a:off x="5563623" y="5221172"/>
            <a:ext cx="677863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15640" imgH="190440" progId="Equation.3">
                    <p:embed/>
                  </p:oleObj>
                </mc:Choice>
                <mc:Fallback>
                  <p:oleObj name="Equation" r:id="rId16" imgW="215640" imgH="190440" progId="Equation.3">
                    <p:embed/>
                    <p:pic>
                      <p:nvPicPr>
                        <p:cNvPr id="5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3623" y="5221172"/>
                          <a:ext cx="677863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4" name="Straight Arrow Connector 73"/>
            <p:cNvCxnSpPr/>
            <p:nvPr/>
          </p:nvCxnSpPr>
          <p:spPr>
            <a:xfrm>
              <a:off x="5148064" y="5013176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0539" name="Object 11"/>
            <p:cNvGraphicFramePr>
              <a:graphicFrameLocks noChangeAspect="1"/>
            </p:cNvGraphicFramePr>
            <p:nvPr/>
          </p:nvGraphicFramePr>
          <p:xfrm>
            <a:off x="5571113" y="4752110"/>
            <a:ext cx="557212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7480" imgH="190440" progId="Equation.3">
                    <p:embed/>
                  </p:oleObj>
                </mc:Choice>
                <mc:Fallback>
                  <p:oleObj name="Equation" r:id="rId18" imgW="177480" imgH="190440" progId="Equation.3">
                    <p:embed/>
                    <p:pic>
                      <p:nvPicPr>
                        <p:cNvPr id="15053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1113" y="4752110"/>
                          <a:ext cx="557212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0540" name="Object 12"/>
          <p:cNvGraphicFramePr>
            <a:graphicFrameLocks noChangeAspect="1"/>
          </p:cNvGraphicFramePr>
          <p:nvPr/>
        </p:nvGraphicFramePr>
        <p:xfrm>
          <a:off x="3203848" y="5949280"/>
          <a:ext cx="27844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77760" imgH="190440" progId="Equation.3">
                  <p:embed/>
                </p:oleObj>
              </mc:Choice>
              <mc:Fallback>
                <p:oleObj name="Equation" r:id="rId20" imgW="977760" imgH="190440" progId="Equation.3">
                  <p:embed/>
                  <p:pic>
                    <p:nvPicPr>
                      <p:cNvPr id="1505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5949280"/>
                        <a:ext cx="278447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746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Example-8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79512" y="1052736"/>
            <a:ext cx="5794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Differential equation of the system is:</a:t>
            </a:r>
          </a:p>
        </p:txBody>
      </p:sp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2483768" y="1772816"/>
          <a:ext cx="4104456" cy="564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164880" progId="Equation.3">
                  <p:embed/>
                </p:oleObj>
              </mc:Choice>
              <mc:Fallback>
                <p:oleObj name="Equation" r:id="rId2" imgW="952200" imgH="164880" progId="Equation.3">
                  <p:embed/>
                  <p:pic>
                    <p:nvPicPr>
                      <p:cNvPr id="44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772816"/>
                        <a:ext cx="4104456" cy="5640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251520" y="2564904"/>
            <a:ext cx="85811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Taking the Laplace Transform of both sides and ignoring </a:t>
            </a:r>
          </a:p>
          <a:p>
            <a:r>
              <a:rPr lang="en-US" sz="2800" dirty="0"/>
              <a:t>Initial conditions we get</a:t>
            </a:r>
          </a:p>
        </p:txBody>
      </p:sp>
      <p:graphicFrame>
        <p:nvGraphicFramePr>
          <p:cNvPr id="157699" name="Object 2"/>
          <p:cNvGraphicFramePr>
            <a:graphicFrameLocks noChangeAspect="1"/>
          </p:cNvGraphicFramePr>
          <p:nvPr/>
        </p:nvGraphicFramePr>
        <p:xfrm>
          <a:off x="1403648" y="3717032"/>
          <a:ext cx="6568528" cy="54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190440" progId="Equation.3">
                  <p:embed/>
                </p:oleObj>
              </mc:Choice>
              <mc:Fallback>
                <p:oleObj name="Equation" r:id="rId4" imgW="1828800" imgH="190440" progId="Equation.3">
                  <p:embed/>
                  <p:pic>
                    <p:nvPicPr>
                      <p:cNvPr id="1576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717032"/>
                        <a:ext cx="6568528" cy="54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2682875" y="4941888"/>
          <a:ext cx="34671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368280" progId="Equation.3">
                  <p:embed/>
                </p:oleObj>
              </mc:Choice>
              <mc:Fallback>
                <p:oleObj name="Equation" r:id="rId6" imgW="1168200" imgH="368280" progId="Equation.3">
                  <p:embed/>
                  <p:pic>
                    <p:nvPicPr>
                      <p:cNvPr id="157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4941888"/>
                        <a:ext cx="3467100" cy="9636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428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1596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Example-8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51</a:t>
            </a:fld>
            <a:endParaRPr lang="en-US"/>
          </a:p>
        </p:txBody>
      </p:sp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2627784" y="908720"/>
          <a:ext cx="34671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200" imgH="368280" progId="Equation.3">
                  <p:embed/>
                </p:oleObj>
              </mc:Choice>
              <mc:Fallback>
                <p:oleObj name="Equation" r:id="rId2" imgW="1168200" imgH="368280" progId="Equation.3">
                  <p:embed/>
                  <p:pic>
                    <p:nvPicPr>
                      <p:cNvPr id="157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908720"/>
                        <a:ext cx="3467100" cy="9636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51520" y="2204864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63525" indent="-263525">
              <a:buFont typeface="Arial" pitchFamily="34" charset="0"/>
              <a:buChar char="•"/>
            </a:pPr>
            <a:r>
              <a:rPr lang="en-US" sz="2800" dirty="0"/>
              <a:t>if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323528" y="2924944"/>
          <a:ext cx="278923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600" imgH="596880" progId="Equation.3">
                  <p:embed/>
                </p:oleObj>
              </mc:Choice>
              <mc:Fallback>
                <p:oleObj name="Equation" r:id="rId4" imgW="939600" imgH="596880" progId="Equation.3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924944"/>
                        <a:ext cx="2789238" cy="156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476198"/>
              </p:ext>
            </p:extLst>
          </p:nvPr>
        </p:nvGraphicFramePr>
        <p:xfrm>
          <a:off x="488950" y="5162550"/>
          <a:ext cx="327977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419040" progId="Equation.3">
                  <p:embed/>
                </p:oleObj>
              </mc:Choice>
              <mc:Fallback>
                <p:oleObj name="Equation" r:id="rId6" imgW="1104840" imgH="419040" progId="Equation.3">
                  <p:embed/>
                  <p:pic>
                    <p:nvPicPr>
                      <p:cNvPr id="1587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5162550"/>
                        <a:ext cx="3279775" cy="109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8727" name="Picture 7"/>
          <p:cNvPicPr>
            <a:picLocks noChangeAspect="1" noChangeArrowheads="1"/>
          </p:cNvPicPr>
          <p:nvPr/>
        </p:nvPicPr>
        <p:blipFill>
          <a:blip r:embed="rId8" cstate="print"/>
          <a:srcRect l="2525" t="5779" r="7487"/>
          <a:stretch>
            <a:fillRect/>
          </a:stretch>
        </p:blipFill>
        <p:spPr bwMode="auto">
          <a:xfrm>
            <a:off x="4499992" y="2204864"/>
            <a:ext cx="4424070" cy="4006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897000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1596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Example-9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35563"/>
          </a:xfrm>
        </p:spPr>
        <p:txBody>
          <a:bodyPr>
            <a:normAutofit/>
          </a:bodyPr>
          <a:lstStyle/>
          <a:p>
            <a:r>
              <a:rPr lang="en-US" sz="2800" dirty="0"/>
              <a:t>Consider the following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67544" y="3769876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/>
              <a:t>   Mechanical Network</a:t>
            </a:r>
          </a:p>
        </p:txBody>
      </p:sp>
      <p:grpSp>
        <p:nvGrpSpPr>
          <p:cNvPr id="128" name="Group 127"/>
          <p:cNvGrpSpPr/>
          <p:nvPr/>
        </p:nvGrpSpPr>
        <p:grpSpPr>
          <a:xfrm>
            <a:off x="2029856" y="1338035"/>
            <a:ext cx="5278448" cy="1831353"/>
            <a:chOff x="1356617" y="1338035"/>
            <a:chExt cx="5278448" cy="1831353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6635065" y="1645388"/>
              <a:ext cx="0" cy="1524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1591962" y="3152800"/>
              <a:ext cx="50292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98" name="Group 97"/>
            <p:cNvGrpSpPr/>
            <p:nvPr/>
          </p:nvGrpSpPr>
          <p:grpSpPr>
            <a:xfrm>
              <a:off x="2063080" y="2406853"/>
              <a:ext cx="2057400" cy="304800"/>
              <a:chOff x="2063080" y="2406853"/>
              <a:chExt cx="2057400" cy="304800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7" name="Group 86"/>
              <p:cNvGrpSpPr/>
              <p:nvPr/>
            </p:nvGrpSpPr>
            <p:grpSpPr>
              <a:xfrm>
                <a:off x="2063080" y="2406853"/>
                <a:ext cx="2057400" cy="304800"/>
                <a:chOff x="2063080" y="2406853"/>
                <a:chExt cx="2057400" cy="304800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>
                  <a:off x="2063080" y="2635453"/>
                  <a:ext cx="762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3739480" y="2635453"/>
                  <a:ext cx="381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0" name="Rectangle 39"/>
            <p:cNvSpPr/>
            <p:nvPr/>
          </p:nvSpPr>
          <p:spPr>
            <a:xfrm>
              <a:off x="4120480" y="2134490"/>
              <a:ext cx="1295400" cy="990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1691680" y="2636912"/>
              <a:ext cx="457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3" name="Object 42"/>
            <p:cNvGraphicFramePr>
              <a:graphicFrameLocks noChangeAspect="1"/>
            </p:cNvGraphicFramePr>
            <p:nvPr/>
          </p:nvGraphicFramePr>
          <p:xfrm>
            <a:off x="3264024" y="2041877"/>
            <a:ext cx="360040" cy="370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120" imgH="164880" progId="Equation.3">
                    <p:embed/>
                  </p:oleObj>
                </mc:Choice>
                <mc:Fallback>
                  <p:oleObj name="Equation" r:id="rId2" imgW="114120" imgH="164880" progId="Equation.3">
                    <p:embed/>
                    <p:pic>
                      <p:nvPicPr>
                        <p:cNvPr id="43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024" y="2041877"/>
                          <a:ext cx="360040" cy="3705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4"/>
            <p:cNvGraphicFramePr>
              <a:graphicFrameLocks noChangeAspect="1"/>
            </p:cNvGraphicFramePr>
            <p:nvPr/>
          </p:nvGraphicFramePr>
          <p:xfrm>
            <a:off x="1356617" y="2465186"/>
            <a:ext cx="438150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39680" progId="Equation.3">
                    <p:embed/>
                  </p:oleObj>
                </mc:Choice>
                <mc:Fallback>
                  <p:oleObj name="Equation" r:id="rId4" imgW="139680" imgH="139680" progId="Equation.3">
                    <p:embed/>
                    <p:pic>
                      <p:nvPicPr>
                        <p:cNvPr id="4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617" y="2465186"/>
                          <a:ext cx="438150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5"/>
            <p:cNvGraphicFramePr>
              <a:graphicFrameLocks noChangeAspect="1"/>
            </p:cNvGraphicFramePr>
            <p:nvPr/>
          </p:nvGraphicFramePr>
          <p:xfrm>
            <a:off x="5724128" y="1338035"/>
            <a:ext cx="5175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190440" progId="Equation.3">
                    <p:embed/>
                  </p:oleObj>
                </mc:Choice>
                <mc:Fallback>
                  <p:oleObj name="Equation" r:id="rId6" imgW="164880" imgH="190440" progId="Equation.3">
                    <p:embed/>
                    <p:pic>
                      <p:nvPicPr>
                        <p:cNvPr id="4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4128" y="1338035"/>
                          <a:ext cx="5175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9"/>
            <p:cNvGraphicFramePr>
              <a:graphicFrameLocks noChangeAspect="1"/>
            </p:cNvGraphicFramePr>
            <p:nvPr/>
          </p:nvGraphicFramePr>
          <p:xfrm>
            <a:off x="4529725" y="2463343"/>
            <a:ext cx="686814" cy="386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139680" progId="Equation.3">
                    <p:embed/>
                  </p:oleObj>
                </mc:Choice>
                <mc:Fallback>
                  <p:oleObj name="Equation" r:id="rId8" imgW="177480" imgH="139680" progId="Equation.3">
                    <p:embed/>
                    <p:pic>
                      <p:nvPicPr>
                        <p:cNvPr id="5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9725" y="2463343"/>
                          <a:ext cx="686814" cy="3863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8" name="Group 57"/>
            <p:cNvGrpSpPr/>
            <p:nvPr/>
          </p:nvGrpSpPr>
          <p:grpSpPr>
            <a:xfrm>
              <a:off x="2328630" y="2129583"/>
              <a:ext cx="504056" cy="515178"/>
              <a:chOff x="2328630" y="1961130"/>
              <a:chExt cx="504056" cy="51517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 flipV="1">
                <a:off x="2328630" y="1972252"/>
                <a:ext cx="0" cy="5040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>
                <a:off x="2328630" y="1961130"/>
                <a:ext cx="50405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68973" name="Object 13"/>
            <p:cNvGraphicFramePr>
              <a:graphicFrameLocks noChangeAspect="1"/>
            </p:cNvGraphicFramePr>
            <p:nvPr/>
          </p:nvGraphicFramePr>
          <p:xfrm>
            <a:off x="2769898" y="1941558"/>
            <a:ext cx="4381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90440" progId="Equation.3">
                    <p:embed/>
                  </p:oleObj>
                </mc:Choice>
                <mc:Fallback>
                  <p:oleObj name="Equation" r:id="rId10" imgW="139680" imgH="190440" progId="Equation.3">
                    <p:embed/>
                    <p:pic>
                      <p:nvPicPr>
                        <p:cNvPr id="16897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898" y="1941558"/>
                          <a:ext cx="43815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9" name="Group 58"/>
            <p:cNvGrpSpPr/>
            <p:nvPr/>
          </p:nvGrpSpPr>
          <p:grpSpPr>
            <a:xfrm>
              <a:off x="5220072" y="1626067"/>
              <a:ext cx="504056" cy="515178"/>
              <a:chOff x="2328630" y="1961130"/>
              <a:chExt cx="504056" cy="515178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 flipV="1">
                <a:off x="2328630" y="1972252"/>
                <a:ext cx="0" cy="5040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>
                <a:off x="2328630" y="1961130"/>
                <a:ext cx="50405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>
              <a:off x="5402920" y="2490163"/>
              <a:ext cx="1224136" cy="290765"/>
              <a:chOff x="5292080" y="2202131"/>
              <a:chExt cx="1224136" cy="290765"/>
            </a:xfrm>
          </p:grpSpPr>
          <p:cxnSp>
            <p:nvCxnSpPr>
              <p:cNvPr id="63" name="Straight Connector 62"/>
              <p:cNvCxnSpPr/>
              <p:nvPr/>
            </p:nvCxnSpPr>
            <p:spPr>
              <a:xfrm>
                <a:off x="572412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5632799" y="22021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5632799" y="2492896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607049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5292080" y="23545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6084168" y="2348880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68974" name="Object 14"/>
            <p:cNvGraphicFramePr>
              <a:graphicFrameLocks noChangeAspect="1"/>
            </p:cNvGraphicFramePr>
            <p:nvPr/>
          </p:nvGraphicFramePr>
          <p:xfrm>
            <a:off x="5827713" y="2089150"/>
            <a:ext cx="44132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139680" progId="Equation.3">
                    <p:embed/>
                  </p:oleObj>
                </mc:Choice>
                <mc:Fallback>
                  <p:oleObj name="Equation" r:id="rId12" imgW="139680" imgH="139680" progId="Equation.3">
                    <p:embed/>
                    <p:pic>
                      <p:nvPicPr>
                        <p:cNvPr id="16897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7713" y="2089150"/>
                          <a:ext cx="441325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" name="Group 126"/>
          <p:cNvGrpSpPr/>
          <p:nvPr/>
        </p:nvGrpSpPr>
        <p:grpSpPr>
          <a:xfrm>
            <a:off x="2023122" y="4221088"/>
            <a:ext cx="4487628" cy="2016224"/>
            <a:chOff x="1115616" y="4221088"/>
            <a:chExt cx="4487628" cy="2016224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1849551" y="4705823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1589229" y="5229200"/>
              <a:ext cx="504056" cy="4874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↑</a:t>
              </a:r>
            </a:p>
          </p:txBody>
        </p:sp>
        <p:cxnSp>
          <p:nvCxnSpPr>
            <p:cNvPr id="76" name="Straight Connector 75"/>
            <p:cNvCxnSpPr/>
            <p:nvPr/>
          </p:nvCxnSpPr>
          <p:spPr>
            <a:xfrm>
              <a:off x="1835696" y="5733256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Group 98"/>
            <p:cNvGrpSpPr/>
            <p:nvPr/>
          </p:nvGrpSpPr>
          <p:grpSpPr>
            <a:xfrm>
              <a:off x="1849551" y="4539563"/>
              <a:ext cx="1769368" cy="232792"/>
              <a:chOff x="2063080" y="2406853"/>
              <a:chExt cx="2057400" cy="304800"/>
            </a:xfrm>
          </p:grpSpPr>
          <p:cxnSp>
            <p:nvCxnSpPr>
              <p:cNvPr id="100" name="Straight Connector 99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1" name="Group 86"/>
              <p:cNvGrpSpPr/>
              <p:nvPr/>
            </p:nvGrpSpPr>
            <p:grpSpPr>
              <a:xfrm>
                <a:off x="2063080" y="2406853"/>
                <a:ext cx="2057400" cy="304800"/>
                <a:chOff x="2063080" y="2406853"/>
                <a:chExt cx="2057400" cy="304800"/>
              </a:xfrm>
            </p:grpSpPr>
            <p:cxnSp>
              <p:nvCxnSpPr>
                <p:cNvPr id="102" name="Straight Connector 101"/>
                <p:cNvCxnSpPr/>
                <p:nvPr/>
              </p:nvCxnSpPr>
              <p:spPr>
                <a:xfrm>
                  <a:off x="2063080" y="2635453"/>
                  <a:ext cx="762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>
                <a:xfrm>
                  <a:off x="3739480" y="2635453"/>
                  <a:ext cx="381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1" name="Straight Connector 110"/>
            <p:cNvCxnSpPr/>
            <p:nvPr/>
          </p:nvCxnSpPr>
          <p:spPr>
            <a:xfrm>
              <a:off x="3635896" y="4725144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/>
            <p:cNvSpPr/>
            <p:nvPr/>
          </p:nvSpPr>
          <p:spPr>
            <a:xfrm>
              <a:off x="3345131" y="5229200"/>
              <a:ext cx="57606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</a:t>
              </a:r>
            </a:p>
          </p:txBody>
        </p:sp>
        <p:cxnSp>
          <p:nvCxnSpPr>
            <p:cNvPr id="113" name="Straight Connector 112"/>
            <p:cNvCxnSpPr/>
            <p:nvPr/>
          </p:nvCxnSpPr>
          <p:spPr>
            <a:xfrm>
              <a:off x="3635896" y="5661248"/>
              <a:ext cx="0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3635896" y="4711289"/>
              <a:ext cx="136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5004048" y="5877272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/>
            <p:cNvGrpSpPr/>
            <p:nvPr/>
          </p:nvGrpSpPr>
          <p:grpSpPr>
            <a:xfrm rot="5400000">
              <a:off x="4340796" y="5355304"/>
              <a:ext cx="1332000" cy="288000"/>
              <a:chOff x="5292080" y="2202131"/>
              <a:chExt cx="1224136" cy="290765"/>
            </a:xfrm>
          </p:grpSpPr>
          <p:cxnSp>
            <p:nvCxnSpPr>
              <p:cNvPr id="117" name="Straight Connector 116"/>
              <p:cNvCxnSpPr/>
              <p:nvPr/>
            </p:nvCxnSpPr>
            <p:spPr>
              <a:xfrm>
                <a:off x="572412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5632799" y="22021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5632799" y="2492896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>
                <a:off x="607049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5292080" y="23545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6084168" y="2348880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1821841" y="6237312"/>
              <a:ext cx="316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5004048" y="4708556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8975" name="Object 15"/>
            <p:cNvGraphicFramePr>
              <a:graphicFrameLocks noChangeAspect="1"/>
            </p:cNvGraphicFramePr>
            <p:nvPr/>
          </p:nvGraphicFramePr>
          <p:xfrm>
            <a:off x="2771800" y="4221088"/>
            <a:ext cx="36036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4120" imgH="164880" progId="Equation.3">
                    <p:embed/>
                  </p:oleObj>
                </mc:Choice>
                <mc:Fallback>
                  <p:oleObj name="Equation" r:id="rId14" imgW="114120" imgH="164880" progId="Equation.3">
                    <p:embed/>
                    <p:pic>
                      <p:nvPicPr>
                        <p:cNvPr id="16897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4221088"/>
                          <a:ext cx="36036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6" name="Object 16"/>
            <p:cNvGraphicFramePr>
              <a:graphicFrameLocks noChangeAspect="1"/>
            </p:cNvGraphicFramePr>
            <p:nvPr/>
          </p:nvGraphicFramePr>
          <p:xfrm>
            <a:off x="5161919" y="5328918"/>
            <a:ext cx="44132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39680" progId="Equation.3">
                    <p:embed/>
                  </p:oleObj>
                </mc:Choice>
                <mc:Fallback>
                  <p:oleObj name="Equation" r:id="rId16" imgW="139680" imgH="139680" progId="Equation.3">
                    <p:embed/>
                    <p:pic>
                      <p:nvPicPr>
                        <p:cNvPr id="16897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1919" y="5328918"/>
                          <a:ext cx="441325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7" name="Object 17"/>
            <p:cNvGraphicFramePr>
              <a:graphicFrameLocks noChangeAspect="1"/>
            </p:cNvGraphicFramePr>
            <p:nvPr/>
          </p:nvGraphicFramePr>
          <p:xfrm>
            <a:off x="1115616" y="5373216"/>
            <a:ext cx="438150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9680" imgH="139680" progId="Equation.3">
                    <p:embed/>
                  </p:oleObj>
                </mc:Choice>
                <mc:Fallback>
                  <p:oleObj name="Equation" r:id="rId18" imgW="139680" imgH="139680" progId="Equation.3">
                    <p:embed/>
                    <p:pic>
                      <p:nvPicPr>
                        <p:cNvPr id="16897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616" y="5373216"/>
                          <a:ext cx="438150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5" name="Oval 124"/>
            <p:cNvSpPr/>
            <p:nvPr/>
          </p:nvSpPr>
          <p:spPr>
            <a:xfrm>
              <a:off x="1835696" y="4697434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6" name="Oval 125"/>
            <p:cNvSpPr/>
            <p:nvPr/>
          </p:nvSpPr>
          <p:spPr>
            <a:xfrm>
              <a:off x="3605453" y="4697429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68978" name="Object 18"/>
            <p:cNvGraphicFramePr>
              <a:graphicFrameLocks noChangeAspect="1"/>
            </p:cNvGraphicFramePr>
            <p:nvPr/>
          </p:nvGraphicFramePr>
          <p:xfrm>
            <a:off x="1619672" y="4293096"/>
            <a:ext cx="4381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39680" imgH="190440" progId="Equation.3">
                    <p:embed/>
                  </p:oleObj>
                </mc:Choice>
                <mc:Fallback>
                  <p:oleObj name="Equation" r:id="rId19" imgW="139680" imgH="190440" progId="Equation.3">
                    <p:embed/>
                    <p:pic>
                      <p:nvPicPr>
                        <p:cNvPr id="16897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4293096"/>
                          <a:ext cx="43815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9" name="Object 19"/>
            <p:cNvGraphicFramePr>
              <a:graphicFrameLocks noChangeAspect="1"/>
            </p:cNvGraphicFramePr>
            <p:nvPr/>
          </p:nvGraphicFramePr>
          <p:xfrm>
            <a:off x="3347864" y="4293096"/>
            <a:ext cx="5175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4880" imgH="190440" progId="Equation.3">
                    <p:embed/>
                  </p:oleObj>
                </mc:Choice>
                <mc:Fallback>
                  <p:oleObj name="Equation" r:id="rId21" imgW="164880" imgH="190440" progId="Equation.3">
                    <p:embed/>
                    <p:pic>
                      <p:nvPicPr>
                        <p:cNvPr id="16897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4293096"/>
                          <a:ext cx="5175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3432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1596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Example-9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79512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/>
              <a:t>   Mechanical Network</a:t>
            </a:r>
          </a:p>
        </p:txBody>
      </p:sp>
      <p:grpSp>
        <p:nvGrpSpPr>
          <p:cNvPr id="10" name="Group 126"/>
          <p:cNvGrpSpPr/>
          <p:nvPr/>
        </p:nvGrpSpPr>
        <p:grpSpPr>
          <a:xfrm>
            <a:off x="2267744" y="1700808"/>
            <a:ext cx="4487628" cy="2016224"/>
            <a:chOff x="1115616" y="4221088"/>
            <a:chExt cx="4487628" cy="2016224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1849551" y="4705823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1589229" y="5229200"/>
              <a:ext cx="504056" cy="4874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↑</a:t>
              </a:r>
            </a:p>
          </p:txBody>
        </p:sp>
        <p:cxnSp>
          <p:nvCxnSpPr>
            <p:cNvPr id="76" name="Straight Connector 75"/>
            <p:cNvCxnSpPr/>
            <p:nvPr/>
          </p:nvCxnSpPr>
          <p:spPr>
            <a:xfrm>
              <a:off x="1835696" y="5733256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98"/>
            <p:cNvGrpSpPr/>
            <p:nvPr/>
          </p:nvGrpSpPr>
          <p:grpSpPr>
            <a:xfrm>
              <a:off x="1849551" y="4539563"/>
              <a:ext cx="1769368" cy="232792"/>
              <a:chOff x="2063080" y="2406853"/>
              <a:chExt cx="2057400" cy="304800"/>
            </a:xfrm>
          </p:grpSpPr>
          <p:cxnSp>
            <p:nvCxnSpPr>
              <p:cNvPr id="100" name="Straight Connector 99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Group 86"/>
              <p:cNvGrpSpPr/>
              <p:nvPr/>
            </p:nvGrpSpPr>
            <p:grpSpPr>
              <a:xfrm>
                <a:off x="2063080" y="2406853"/>
                <a:ext cx="2057400" cy="304800"/>
                <a:chOff x="2063080" y="2406853"/>
                <a:chExt cx="2057400" cy="304800"/>
              </a:xfrm>
            </p:grpSpPr>
            <p:cxnSp>
              <p:nvCxnSpPr>
                <p:cNvPr id="102" name="Straight Connector 101"/>
                <p:cNvCxnSpPr/>
                <p:nvPr/>
              </p:nvCxnSpPr>
              <p:spPr>
                <a:xfrm>
                  <a:off x="2063080" y="2635453"/>
                  <a:ext cx="762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>
                <a:xfrm>
                  <a:off x="3739480" y="2635453"/>
                  <a:ext cx="381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1" name="Straight Connector 110"/>
            <p:cNvCxnSpPr/>
            <p:nvPr/>
          </p:nvCxnSpPr>
          <p:spPr>
            <a:xfrm>
              <a:off x="3635896" y="4725144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/>
            <p:cNvSpPr/>
            <p:nvPr/>
          </p:nvSpPr>
          <p:spPr>
            <a:xfrm>
              <a:off x="3345131" y="5229200"/>
              <a:ext cx="57606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</a:t>
              </a:r>
            </a:p>
          </p:txBody>
        </p:sp>
        <p:cxnSp>
          <p:nvCxnSpPr>
            <p:cNvPr id="113" name="Straight Connector 112"/>
            <p:cNvCxnSpPr/>
            <p:nvPr/>
          </p:nvCxnSpPr>
          <p:spPr>
            <a:xfrm>
              <a:off x="3635896" y="5661248"/>
              <a:ext cx="0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3635896" y="4711289"/>
              <a:ext cx="136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5004048" y="5877272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15"/>
            <p:cNvGrpSpPr/>
            <p:nvPr/>
          </p:nvGrpSpPr>
          <p:grpSpPr>
            <a:xfrm rot="5400000">
              <a:off x="4340796" y="5355304"/>
              <a:ext cx="1332000" cy="288000"/>
              <a:chOff x="5292080" y="2202131"/>
              <a:chExt cx="1224136" cy="290765"/>
            </a:xfrm>
          </p:grpSpPr>
          <p:cxnSp>
            <p:nvCxnSpPr>
              <p:cNvPr id="117" name="Straight Connector 116"/>
              <p:cNvCxnSpPr/>
              <p:nvPr/>
            </p:nvCxnSpPr>
            <p:spPr>
              <a:xfrm>
                <a:off x="572412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5632799" y="22021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5632799" y="2492896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>
                <a:off x="607049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5292080" y="23545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6084168" y="2348880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>
              <a:off x="1821841" y="6237312"/>
              <a:ext cx="316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5004048" y="4708556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8975" name="Object 15"/>
            <p:cNvGraphicFramePr>
              <a:graphicFrameLocks noChangeAspect="1"/>
            </p:cNvGraphicFramePr>
            <p:nvPr/>
          </p:nvGraphicFramePr>
          <p:xfrm>
            <a:off x="2771800" y="4221088"/>
            <a:ext cx="36036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120" imgH="164880" progId="Equation.3">
                    <p:embed/>
                  </p:oleObj>
                </mc:Choice>
                <mc:Fallback>
                  <p:oleObj name="Equation" r:id="rId2" imgW="114120" imgH="164880" progId="Equation.3">
                    <p:embed/>
                    <p:pic>
                      <p:nvPicPr>
                        <p:cNvPr id="16897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4221088"/>
                          <a:ext cx="36036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6" name="Object 16"/>
            <p:cNvGraphicFramePr>
              <a:graphicFrameLocks noChangeAspect="1"/>
            </p:cNvGraphicFramePr>
            <p:nvPr/>
          </p:nvGraphicFramePr>
          <p:xfrm>
            <a:off x="5161919" y="5328918"/>
            <a:ext cx="44132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39680" progId="Equation.3">
                    <p:embed/>
                  </p:oleObj>
                </mc:Choice>
                <mc:Fallback>
                  <p:oleObj name="Equation" r:id="rId4" imgW="139680" imgH="139680" progId="Equation.3">
                    <p:embed/>
                    <p:pic>
                      <p:nvPicPr>
                        <p:cNvPr id="16897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1919" y="5328918"/>
                          <a:ext cx="441325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7" name="Object 17"/>
            <p:cNvGraphicFramePr>
              <a:graphicFrameLocks noChangeAspect="1"/>
            </p:cNvGraphicFramePr>
            <p:nvPr/>
          </p:nvGraphicFramePr>
          <p:xfrm>
            <a:off x="1115616" y="5373216"/>
            <a:ext cx="438150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139680" progId="Equation.3">
                    <p:embed/>
                  </p:oleObj>
                </mc:Choice>
                <mc:Fallback>
                  <p:oleObj name="Equation" r:id="rId6" imgW="139680" imgH="139680" progId="Equation.3">
                    <p:embed/>
                    <p:pic>
                      <p:nvPicPr>
                        <p:cNvPr id="16897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616" y="5373216"/>
                          <a:ext cx="438150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5" name="Oval 124"/>
            <p:cNvSpPr/>
            <p:nvPr/>
          </p:nvSpPr>
          <p:spPr>
            <a:xfrm>
              <a:off x="1835696" y="4697434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6" name="Oval 125"/>
            <p:cNvSpPr/>
            <p:nvPr/>
          </p:nvSpPr>
          <p:spPr>
            <a:xfrm>
              <a:off x="3605453" y="4697429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68978" name="Object 18"/>
            <p:cNvGraphicFramePr>
              <a:graphicFrameLocks noChangeAspect="1"/>
            </p:cNvGraphicFramePr>
            <p:nvPr/>
          </p:nvGraphicFramePr>
          <p:xfrm>
            <a:off x="1619672" y="4293096"/>
            <a:ext cx="4381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90440" progId="Equation.3">
                    <p:embed/>
                  </p:oleObj>
                </mc:Choice>
                <mc:Fallback>
                  <p:oleObj name="Equation" r:id="rId8" imgW="139680" imgH="190440" progId="Equation.3">
                    <p:embed/>
                    <p:pic>
                      <p:nvPicPr>
                        <p:cNvPr id="16897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4293096"/>
                          <a:ext cx="43815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9" name="Object 19"/>
            <p:cNvGraphicFramePr>
              <a:graphicFrameLocks noChangeAspect="1"/>
            </p:cNvGraphicFramePr>
            <p:nvPr/>
          </p:nvGraphicFramePr>
          <p:xfrm>
            <a:off x="3347864" y="4293096"/>
            <a:ext cx="5175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190440" progId="Equation.3">
                    <p:embed/>
                  </p:oleObj>
                </mc:Choice>
                <mc:Fallback>
                  <p:oleObj name="Equation" r:id="rId10" imgW="164880" imgH="190440" progId="Equation.3">
                    <p:embed/>
                    <p:pic>
                      <p:nvPicPr>
                        <p:cNvPr id="16897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4293096"/>
                          <a:ext cx="5175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8" name="Object 17"/>
          <p:cNvGraphicFramePr>
            <a:graphicFrameLocks noChangeAspect="1"/>
          </p:cNvGraphicFramePr>
          <p:nvPr/>
        </p:nvGraphicFramePr>
        <p:xfrm>
          <a:off x="899592" y="4725144"/>
          <a:ext cx="25098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99920" imgH="203040" progId="Equation.3">
                  <p:embed/>
                </p:oleObj>
              </mc:Choice>
              <mc:Fallback>
                <p:oleObj name="Equation" r:id="rId12" imgW="799920" imgH="203040" progId="Equation.3">
                  <p:embed/>
                  <p:pic>
                    <p:nvPicPr>
                      <p:cNvPr id="7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725144"/>
                        <a:ext cx="250983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ctangle 78"/>
          <p:cNvSpPr/>
          <p:nvPr/>
        </p:nvSpPr>
        <p:spPr>
          <a:xfrm>
            <a:off x="683568" y="4149080"/>
            <a:ext cx="975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/>
              <a:t>At node </a:t>
            </a:r>
            <a:endParaRPr lang="en-GB" u="sng" dirty="0"/>
          </a:p>
        </p:txBody>
      </p:sp>
      <p:graphicFrame>
        <p:nvGraphicFramePr>
          <p:cNvPr id="80" name="Object 18"/>
          <p:cNvGraphicFramePr>
            <a:graphicFrameLocks noChangeAspect="1"/>
          </p:cNvGraphicFramePr>
          <p:nvPr/>
        </p:nvGraphicFramePr>
        <p:xfrm>
          <a:off x="1547664" y="4121370"/>
          <a:ext cx="4381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90440" progId="Equation.3">
                  <p:embed/>
                </p:oleObj>
              </mc:Choice>
              <mc:Fallback>
                <p:oleObj name="Equation" r:id="rId14" imgW="139680" imgH="190440" progId="Equation.3">
                  <p:embed/>
                  <p:pic>
                    <p:nvPicPr>
                      <p:cNvPr id="8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121370"/>
                        <a:ext cx="4381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Rectangle 80"/>
          <p:cNvSpPr/>
          <p:nvPr/>
        </p:nvSpPr>
        <p:spPr>
          <a:xfrm>
            <a:off x="835968" y="5332341"/>
            <a:ext cx="975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/>
              <a:t>At node </a:t>
            </a:r>
            <a:endParaRPr lang="en-GB" u="sng" dirty="0"/>
          </a:p>
        </p:txBody>
      </p:sp>
      <p:graphicFrame>
        <p:nvGraphicFramePr>
          <p:cNvPr id="82" name="Object 18"/>
          <p:cNvGraphicFramePr>
            <a:graphicFrameLocks noChangeAspect="1"/>
          </p:cNvGraphicFramePr>
          <p:nvPr/>
        </p:nvGraphicFramePr>
        <p:xfrm>
          <a:off x="1660525" y="5303838"/>
          <a:ext cx="5175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4880" imgH="190440" progId="Equation.3">
                  <p:embed/>
                </p:oleObj>
              </mc:Choice>
              <mc:Fallback>
                <p:oleObj name="Equation" r:id="rId16" imgW="164880" imgH="190440" progId="Equation.3">
                  <p:embed/>
                  <p:pic>
                    <p:nvPicPr>
                      <p:cNvPr id="8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5303838"/>
                        <a:ext cx="5175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0" name="Object 17"/>
          <p:cNvGraphicFramePr>
            <a:graphicFrameLocks noChangeAspect="1"/>
          </p:cNvGraphicFramePr>
          <p:nvPr/>
        </p:nvGraphicFramePr>
        <p:xfrm>
          <a:off x="899592" y="5877272"/>
          <a:ext cx="44624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22360" imgH="203040" progId="Equation.3">
                  <p:embed/>
                </p:oleObj>
              </mc:Choice>
              <mc:Fallback>
                <p:oleObj name="Equation" r:id="rId18" imgW="1422360" imgH="203040" progId="Equation.3">
                  <p:embed/>
                  <p:pic>
                    <p:nvPicPr>
                      <p:cNvPr id="17000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877272"/>
                        <a:ext cx="446246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890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1596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Example-10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706D-1FCF-494B-8B73-22C60B11DB2A}" type="slidenum">
              <a:rPr lang="en-US" smtClean="0"/>
              <a:pPr/>
              <a:t>54</a:t>
            </a:fld>
            <a:endParaRPr lang="en-US"/>
          </a:p>
        </p:txBody>
      </p:sp>
      <p:grpSp>
        <p:nvGrpSpPr>
          <p:cNvPr id="99" name="Group 98"/>
          <p:cNvGrpSpPr/>
          <p:nvPr/>
        </p:nvGrpSpPr>
        <p:grpSpPr>
          <a:xfrm>
            <a:off x="899592" y="1124744"/>
            <a:ext cx="7142559" cy="2622550"/>
            <a:chOff x="1187624" y="2767013"/>
            <a:chExt cx="7142559" cy="2622550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8316416" y="3088281"/>
              <a:ext cx="0" cy="1524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1202183" y="4595693"/>
              <a:ext cx="7128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6" name="Group 97"/>
            <p:cNvGrpSpPr/>
            <p:nvPr/>
          </p:nvGrpSpPr>
          <p:grpSpPr>
            <a:xfrm>
              <a:off x="1187624" y="3849746"/>
              <a:ext cx="2057400" cy="304800"/>
              <a:chOff x="2063080" y="2406853"/>
              <a:chExt cx="2057400" cy="304800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86"/>
              <p:cNvGrpSpPr/>
              <p:nvPr/>
            </p:nvGrpSpPr>
            <p:grpSpPr>
              <a:xfrm>
                <a:off x="2063080" y="2406853"/>
                <a:ext cx="2057400" cy="304800"/>
                <a:chOff x="2063080" y="2406853"/>
                <a:chExt cx="2057400" cy="304800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>
                  <a:off x="2063080" y="2635453"/>
                  <a:ext cx="762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3739480" y="2635453"/>
                  <a:ext cx="381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0" name="Rectangle 39"/>
            <p:cNvSpPr/>
            <p:nvPr/>
          </p:nvSpPr>
          <p:spPr>
            <a:xfrm>
              <a:off x="3245024" y="3577383"/>
              <a:ext cx="1295400" cy="990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2768829" y="4365104"/>
              <a:ext cx="457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3" name="Object 42"/>
            <p:cNvGraphicFramePr>
              <a:graphicFrameLocks noChangeAspect="1"/>
            </p:cNvGraphicFramePr>
            <p:nvPr/>
          </p:nvGraphicFramePr>
          <p:xfrm>
            <a:off x="2388568" y="3484770"/>
            <a:ext cx="360040" cy="370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120" imgH="164880" progId="Equation.3">
                    <p:embed/>
                  </p:oleObj>
                </mc:Choice>
                <mc:Fallback>
                  <p:oleObj name="Equation" r:id="rId2" imgW="114120" imgH="164880" progId="Equation.3">
                    <p:embed/>
                    <p:pic>
                      <p:nvPicPr>
                        <p:cNvPr id="43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8568" y="3484770"/>
                          <a:ext cx="360040" cy="3705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4"/>
            <p:cNvGraphicFramePr>
              <a:graphicFrameLocks noChangeAspect="1"/>
            </p:cNvGraphicFramePr>
            <p:nvPr/>
          </p:nvGraphicFramePr>
          <p:xfrm>
            <a:off x="1979712" y="4149725"/>
            <a:ext cx="8350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6400" imgH="203040" progId="Equation.3">
                    <p:embed/>
                  </p:oleObj>
                </mc:Choice>
                <mc:Fallback>
                  <p:oleObj name="Equation" r:id="rId4" imgW="266400" imgH="203040" progId="Equation.3">
                    <p:embed/>
                    <p:pic>
                      <p:nvPicPr>
                        <p:cNvPr id="4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4149725"/>
                          <a:ext cx="835025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5"/>
            <p:cNvGraphicFramePr>
              <a:graphicFrameLocks noChangeAspect="1"/>
            </p:cNvGraphicFramePr>
            <p:nvPr/>
          </p:nvGraphicFramePr>
          <p:xfrm>
            <a:off x="7333471" y="2780928"/>
            <a:ext cx="5175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190440" progId="Equation.3">
                    <p:embed/>
                  </p:oleObj>
                </mc:Choice>
                <mc:Fallback>
                  <p:oleObj name="Equation" r:id="rId6" imgW="164880" imgH="190440" progId="Equation.3">
                    <p:embed/>
                    <p:pic>
                      <p:nvPicPr>
                        <p:cNvPr id="4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33471" y="2780928"/>
                          <a:ext cx="5175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9"/>
            <p:cNvGraphicFramePr>
              <a:graphicFrameLocks noChangeAspect="1"/>
            </p:cNvGraphicFramePr>
            <p:nvPr/>
          </p:nvGraphicFramePr>
          <p:xfrm>
            <a:off x="3605213" y="3836988"/>
            <a:ext cx="606747" cy="525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03040" imgH="190440" progId="Equation.3">
                    <p:embed/>
                  </p:oleObj>
                </mc:Choice>
                <mc:Fallback>
                  <p:oleObj name="Equation" r:id="rId8" imgW="203040" imgH="190440" progId="Equation.3">
                    <p:embed/>
                    <p:pic>
                      <p:nvPicPr>
                        <p:cNvPr id="5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5213" y="3836988"/>
                          <a:ext cx="606747" cy="5254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Group 58"/>
            <p:cNvGrpSpPr/>
            <p:nvPr/>
          </p:nvGrpSpPr>
          <p:grpSpPr>
            <a:xfrm>
              <a:off x="6829415" y="3068960"/>
              <a:ext cx="504056" cy="515178"/>
              <a:chOff x="2328630" y="1961130"/>
              <a:chExt cx="504056" cy="515178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 flipV="1">
                <a:off x="2328630" y="1972252"/>
                <a:ext cx="0" cy="5040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>
                <a:off x="2328630" y="1961130"/>
                <a:ext cx="50405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69"/>
            <p:cNvGrpSpPr/>
            <p:nvPr/>
          </p:nvGrpSpPr>
          <p:grpSpPr>
            <a:xfrm>
              <a:off x="7084271" y="3933056"/>
              <a:ext cx="1224136" cy="290765"/>
              <a:chOff x="5292080" y="2202131"/>
              <a:chExt cx="1224136" cy="290765"/>
            </a:xfrm>
          </p:grpSpPr>
          <p:cxnSp>
            <p:nvCxnSpPr>
              <p:cNvPr id="63" name="Straight Connector 62"/>
              <p:cNvCxnSpPr/>
              <p:nvPr/>
            </p:nvCxnSpPr>
            <p:spPr>
              <a:xfrm>
                <a:off x="572412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5632799" y="22021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5632799" y="2492896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607049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5292080" y="23545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6084168" y="2348880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68974" name="Object 14"/>
            <p:cNvGraphicFramePr>
              <a:graphicFrameLocks noChangeAspect="1"/>
            </p:cNvGraphicFramePr>
            <p:nvPr/>
          </p:nvGraphicFramePr>
          <p:xfrm>
            <a:off x="7448550" y="3475038"/>
            <a:ext cx="56197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190440" progId="Equation.3">
                    <p:embed/>
                  </p:oleObj>
                </mc:Choice>
                <mc:Fallback>
                  <p:oleObj name="Equation" r:id="rId10" imgW="177480" imgH="190440" progId="Equation.3">
                    <p:embed/>
                    <p:pic>
                      <p:nvPicPr>
                        <p:cNvPr id="16897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8550" y="3475038"/>
                          <a:ext cx="56197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0" name="Straight Connector 79"/>
            <p:cNvCxnSpPr/>
            <p:nvPr/>
          </p:nvCxnSpPr>
          <p:spPr>
            <a:xfrm>
              <a:off x="1187624" y="3085548"/>
              <a:ext cx="0" cy="1524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81" name="Group 69"/>
            <p:cNvGrpSpPr/>
            <p:nvPr/>
          </p:nvGrpSpPr>
          <p:grpSpPr>
            <a:xfrm>
              <a:off x="4541557" y="3915876"/>
              <a:ext cx="1224136" cy="290765"/>
              <a:chOff x="5292080" y="2202131"/>
              <a:chExt cx="1224136" cy="290765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572412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5632799" y="22021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5632799" y="2492896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607049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5292080" y="23545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6084168" y="2348880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88" name="Object 14"/>
            <p:cNvGraphicFramePr>
              <a:graphicFrameLocks noChangeAspect="1"/>
            </p:cNvGraphicFramePr>
            <p:nvPr/>
          </p:nvGraphicFramePr>
          <p:xfrm>
            <a:off x="4926013" y="3457575"/>
            <a:ext cx="5207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190440" progId="Equation.3">
                    <p:embed/>
                  </p:oleObj>
                </mc:Choice>
                <mc:Fallback>
                  <p:oleObj name="Equation" r:id="rId12" imgW="164880" imgH="190440" progId="Equation.3">
                    <p:embed/>
                    <p:pic>
                      <p:nvPicPr>
                        <p:cNvPr id="8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6013" y="3457575"/>
                          <a:ext cx="52070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Rectangle 88"/>
            <p:cNvSpPr/>
            <p:nvPr/>
          </p:nvSpPr>
          <p:spPr>
            <a:xfrm>
              <a:off x="5796136" y="3586871"/>
              <a:ext cx="1295400" cy="990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71022" name="Object 14"/>
            <p:cNvGraphicFramePr>
              <a:graphicFrameLocks noChangeAspect="1"/>
            </p:cNvGraphicFramePr>
            <p:nvPr/>
          </p:nvGraphicFramePr>
          <p:xfrm>
            <a:off x="6186619" y="3863975"/>
            <a:ext cx="618704" cy="525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15640" imgH="190440" progId="Equation.3">
                    <p:embed/>
                  </p:oleObj>
                </mc:Choice>
                <mc:Fallback>
                  <p:oleObj name="Equation" r:id="rId14" imgW="215640" imgH="190440" progId="Equation.3">
                    <p:embed/>
                    <p:pic>
                      <p:nvPicPr>
                        <p:cNvPr id="17102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6619" y="3863975"/>
                          <a:ext cx="618704" cy="525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" name="Object 5"/>
            <p:cNvGraphicFramePr>
              <a:graphicFrameLocks noChangeAspect="1"/>
            </p:cNvGraphicFramePr>
            <p:nvPr/>
          </p:nvGraphicFramePr>
          <p:xfrm>
            <a:off x="4827588" y="2767013"/>
            <a:ext cx="4381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90440" progId="Equation.3">
                    <p:embed/>
                  </p:oleObj>
                </mc:Choice>
                <mc:Fallback>
                  <p:oleObj name="Equation" r:id="rId16" imgW="139680" imgH="190440" progId="Equation.3">
                    <p:embed/>
                    <p:pic>
                      <p:nvPicPr>
                        <p:cNvPr id="9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7588" y="2767013"/>
                          <a:ext cx="43815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" name="Group 58"/>
            <p:cNvGrpSpPr/>
            <p:nvPr/>
          </p:nvGrpSpPr>
          <p:grpSpPr>
            <a:xfrm>
              <a:off x="4284158" y="3055100"/>
              <a:ext cx="504056" cy="515178"/>
              <a:chOff x="2328630" y="1961130"/>
              <a:chExt cx="504056" cy="515178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 flipV="1">
                <a:off x="2328630" y="1972252"/>
                <a:ext cx="0" cy="5040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/>
              <p:nvPr/>
            </p:nvCxnSpPr>
            <p:spPr>
              <a:xfrm>
                <a:off x="2328630" y="1961130"/>
                <a:ext cx="50405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Freeform 94"/>
            <p:cNvSpPr/>
            <p:nvPr/>
          </p:nvSpPr>
          <p:spPr>
            <a:xfrm>
              <a:off x="4627418" y="4475018"/>
              <a:ext cx="214745" cy="526473"/>
            </a:xfrm>
            <a:custGeom>
              <a:avLst/>
              <a:gdLst>
                <a:gd name="connsiteX0" fmla="*/ 0 w 214745"/>
                <a:gd name="connsiteY0" fmla="*/ 0 h 526473"/>
                <a:gd name="connsiteX1" fmla="*/ 207818 w 214745"/>
                <a:gd name="connsiteY1" fmla="*/ 152400 h 526473"/>
                <a:gd name="connsiteX2" fmla="*/ 41564 w 214745"/>
                <a:gd name="connsiteY2" fmla="*/ 526473 h 52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745" h="526473">
                  <a:moveTo>
                    <a:pt x="0" y="0"/>
                  </a:moveTo>
                  <a:cubicBezTo>
                    <a:pt x="100445" y="32327"/>
                    <a:pt x="200891" y="64655"/>
                    <a:pt x="207818" y="152400"/>
                  </a:cubicBezTo>
                  <a:cubicBezTo>
                    <a:pt x="214745" y="240145"/>
                    <a:pt x="128154" y="383309"/>
                    <a:pt x="41564" y="526473"/>
                  </a:cubicBez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71024" name="Object 16"/>
            <p:cNvGraphicFramePr>
              <a:graphicFrameLocks noChangeAspect="1"/>
            </p:cNvGraphicFramePr>
            <p:nvPr/>
          </p:nvGraphicFramePr>
          <p:xfrm>
            <a:off x="4355976" y="4941168"/>
            <a:ext cx="5207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4880" imgH="190440" progId="Equation.3">
                    <p:embed/>
                  </p:oleObj>
                </mc:Choice>
                <mc:Fallback>
                  <p:oleObj name="Equation" r:id="rId18" imgW="164880" imgH="190440" progId="Equation.3">
                    <p:embed/>
                    <p:pic>
                      <p:nvPicPr>
                        <p:cNvPr id="17102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5976" y="4941168"/>
                          <a:ext cx="52070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" name="Freeform 96"/>
            <p:cNvSpPr/>
            <p:nvPr/>
          </p:nvSpPr>
          <p:spPr>
            <a:xfrm>
              <a:off x="7180818" y="4495265"/>
              <a:ext cx="214745" cy="526473"/>
            </a:xfrm>
            <a:custGeom>
              <a:avLst/>
              <a:gdLst>
                <a:gd name="connsiteX0" fmla="*/ 0 w 214745"/>
                <a:gd name="connsiteY0" fmla="*/ 0 h 526473"/>
                <a:gd name="connsiteX1" fmla="*/ 207818 w 214745"/>
                <a:gd name="connsiteY1" fmla="*/ 152400 h 526473"/>
                <a:gd name="connsiteX2" fmla="*/ 41564 w 214745"/>
                <a:gd name="connsiteY2" fmla="*/ 526473 h 52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745" h="526473">
                  <a:moveTo>
                    <a:pt x="0" y="0"/>
                  </a:moveTo>
                  <a:cubicBezTo>
                    <a:pt x="100445" y="32327"/>
                    <a:pt x="200891" y="64655"/>
                    <a:pt x="207818" y="152400"/>
                  </a:cubicBezTo>
                  <a:cubicBezTo>
                    <a:pt x="214745" y="240145"/>
                    <a:pt x="128154" y="383309"/>
                    <a:pt x="41564" y="526473"/>
                  </a:cubicBez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98" name="Object 16"/>
            <p:cNvGraphicFramePr>
              <a:graphicFrameLocks noChangeAspect="1"/>
            </p:cNvGraphicFramePr>
            <p:nvPr/>
          </p:nvGraphicFramePr>
          <p:xfrm>
            <a:off x="6889750" y="4960938"/>
            <a:ext cx="560388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7480" imgH="190440" progId="Equation.3">
                    <p:embed/>
                  </p:oleObj>
                </mc:Choice>
                <mc:Fallback>
                  <p:oleObj name="Equation" r:id="rId20" imgW="177480" imgH="190440" progId="Equation.3">
                    <p:embed/>
                    <p:pic>
                      <p:nvPicPr>
                        <p:cNvPr id="9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9750" y="4960938"/>
                          <a:ext cx="560388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3" name="Group 192"/>
          <p:cNvGrpSpPr/>
          <p:nvPr/>
        </p:nvGrpSpPr>
        <p:grpSpPr>
          <a:xfrm>
            <a:off x="474317" y="4077072"/>
            <a:ext cx="8130131" cy="2071644"/>
            <a:chOff x="460228" y="4464822"/>
            <a:chExt cx="8130131" cy="2071644"/>
          </a:xfrm>
        </p:grpSpPr>
        <p:cxnSp>
          <p:nvCxnSpPr>
            <p:cNvPr id="116" name="Straight Connector 115"/>
            <p:cNvCxnSpPr/>
            <p:nvPr/>
          </p:nvCxnSpPr>
          <p:spPr>
            <a:xfrm>
              <a:off x="1489511" y="4993855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Oval 126"/>
            <p:cNvSpPr/>
            <p:nvPr/>
          </p:nvSpPr>
          <p:spPr>
            <a:xfrm>
              <a:off x="1229189" y="5517232"/>
              <a:ext cx="504056" cy="4874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↑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>
              <a:off x="1475656" y="6021288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98"/>
            <p:cNvGrpSpPr/>
            <p:nvPr/>
          </p:nvGrpSpPr>
          <p:grpSpPr>
            <a:xfrm rot="16200000">
              <a:off x="1357357" y="5653787"/>
              <a:ext cx="1549337" cy="216022"/>
              <a:chOff x="2321616" y="2406853"/>
              <a:chExt cx="1927851" cy="30480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2" name="Group 86"/>
              <p:cNvGrpSpPr/>
              <p:nvPr/>
            </p:nvGrpSpPr>
            <p:grpSpPr>
              <a:xfrm>
                <a:off x="2321616" y="2406853"/>
                <a:ext cx="1927851" cy="304800"/>
                <a:chOff x="2321616" y="2406853"/>
                <a:chExt cx="1927851" cy="304800"/>
              </a:xfrm>
            </p:grpSpPr>
            <p:cxnSp>
              <p:nvCxnSpPr>
                <p:cNvPr id="153" name="Straight Connector 152"/>
                <p:cNvCxnSpPr/>
                <p:nvPr/>
              </p:nvCxnSpPr>
              <p:spPr>
                <a:xfrm>
                  <a:off x="2321616" y="2635449"/>
                  <a:ext cx="492746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/>
                <p:cNvCxnSpPr/>
                <p:nvPr/>
              </p:nvCxnSpPr>
              <p:spPr>
                <a:xfrm>
                  <a:off x="3756721" y="2635452"/>
                  <a:ext cx="492746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0" name="Straight Connector 129"/>
            <p:cNvCxnSpPr/>
            <p:nvPr/>
          </p:nvCxnSpPr>
          <p:spPr>
            <a:xfrm>
              <a:off x="3275856" y="5013176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Rectangle 130"/>
            <p:cNvSpPr/>
            <p:nvPr/>
          </p:nvSpPr>
          <p:spPr>
            <a:xfrm>
              <a:off x="2985091" y="5517232"/>
              <a:ext cx="57606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M</a:t>
              </a:r>
              <a:r>
                <a:rPr lang="en-GB" baseline="-25000" dirty="0" err="1"/>
                <a:t>1</a:t>
              </a:r>
              <a:endParaRPr lang="en-GB" baseline="-25000" dirty="0"/>
            </a:p>
          </p:txBody>
        </p:sp>
        <p:cxnSp>
          <p:nvCxnSpPr>
            <p:cNvPr id="132" name="Straight Connector 131"/>
            <p:cNvCxnSpPr/>
            <p:nvPr/>
          </p:nvCxnSpPr>
          <p:spPr>
            <a:xfrm>
              <a:off x="3275856" y="5949280"/>
              <a:ext cx="0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>
              <a:off x="3275856" y="4999321"/>
              <a:ext cx="136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>
              <a:off x="4644008" y="6165304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5" name="Group 115"/>
            <p:cNvGrpSpPr/>
            <p:nvPr/>
          </p:nvGrpSpPr>
          <p:grpSpPr>
            <a:xfrm rot="5400000">
              <a:off x="3980756" y="5643336"/>
              <a:ext cx="1332000" cy="288000"/>
              <a:chOff x="5292080" y="2202131"/>
              <a:chExt cx="1224136" cy="290765"/>
            </a:xfrm>
          </p:grpSpPr>
          <p:cxnSp>
            <p:nvCxnSpPr>
              <p:cNvPr id="145" name="Straight Connector 144"/>
              <p:cNvCxnSpPr/>
              <p:nvPr/>
            </p:nvCxnSpPr>
            <p:spPr>
              <a:xfrm>
                <a:off x="572412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5632799" y="22021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>
              <a:xfrm>
                <a:off x="5632799" y="2492896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>
                <a:off x="607049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5292080" y="23545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>
                <a:off x="6084168" y="2348880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6" name="Straight Connector 135"/>
            <p:cNvCxnSpPr/>
            <p:nvPr/>
          </p:nvCxnSpPr>
          <p:spPr>
            <a:xfrm>
              <a:off x="1461801" y="6525344"/>
              <a:ext cx="6336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>
              <a:off x="4644008" y="4996588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38" name="Object 15"/>
            <p:cNvGraphicFramePr>
              <a:graphicFrameLocks noChangeAspect="1"/>
            </p:cNvGraphicFramePr>
            <p:nvPr/>
          </p:nvGraphicFramePr>
          <p:xfrm>
            <a:off x="2267744" y="5589240"/>
            <a:ext cx="36036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120" imgH="164880" progId="Equation.3">
                    <p:embed/>
                  </p:oleObj>
                </mc:Choice>
                <mc:Fallback>
                  <p:oleObj name="Equation" r:id="rId22" imgW="114120" imgH="164880" progId="Equation.3">
                    <p:embed/>
                    <p:pic>
                      <p:nvPicPr>
                        <p:cNvPr id="138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4" y="5589240"/>
                          <a:ext cx="360363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" name="Object 16"/>
            <p:cNvGraphicFramePr>
              <a:graphicFrameLocks noChangeAspect="1"/>
            </p:cNvGraphicFramePr>
            <p:nvPr/>
          </p:nvGraphicFramePr>
          <p:xfrm>
            <a:off x="4027488" y="5532438"/>
            <a:ext cx="5207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64880" imgH="190440" progId="Equation.3">
                    <p:embed/>
                  </p:oleObj>
                </mc:Choice>
                <mc:Fallback>
                  <p:oleObj name="Equation" r:id="rId24" imgW="164880" imgH="190440" progId="Equation.3">
                    <p:embed/>
                    <p:pic>
                      <p:nvPicPr>
                        <p:cNvPr id="139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7488" y="5532438"/>
                          <a:ext cx="52070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" name="Object 17"/>
            <p:cNvGraphicFramePr>
              <a:graphicFrameLocks noChangeAspect="1"/>
            </p:cNvGraphicFramePr>
            <p:nvPr/>
          </p:nvGraphicFramePr>
          <p:xfrm>
            <a:off x="460228" y="5561878"/>
            <a:ext cx="83661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66400" imgH="203040" progId="Equation.3">
                    <p:embed/>
                  </p:oleObj>
                </mc:Choice>
                <mc:Fallback>
                  <p:oleObj name="Equation" r:id="rId26" imgW="266400" imgH="203040" progId="Equation.3">
                    <p:embed/>
                    <p:pic>
                      <p:nvPicPr>
                        <p:cNvPr id="14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228" y="5561878"/>
                          <a:ext cx="836612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" name="Oval 141"/>
            <p:cNvSpPr/>
            <p:nvPr/>
          </p:nvSpPr>
          <p:spPr>
            <a:xfrm>
              <a:off x="3245413" y="4985461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43" name="Object 18"/>
            <p:cNvGraphicFramePr>
              <a:graphicFrameLocks noChangeAspect="1"/>
            </p:cNvGraphicFramePr>
            <p:nvPr/>
          </p:nvGraphicFramePr>
          <p:xfrm>
            <a:off x="3059832" y="4509120"/>
            <a:ext cx="4381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39680" imgH="190440" progId="Equation.3">
                    <p:embed/>
                  </p:oleObj>
                </mc:Choice>
                <mc:Fallback>
                  <p:oleObj name="Equation" r:id="rId28" imgW="139680" imgH="190440" progId="Equation.3">
                    <p:embed/>
                    <p:pic>
                      <p:nvPicPr>
                        <p:cNvPr id="143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832" y="4509120"/>
                          <a:ext cx="43815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" name="Object 19"/>
            <p:cNvGraphicFramePr>
              <a:graphicFrameLocks noChangeAspect="1"/>
            </p:cNvGraphicFramePr>
            <p:nvPr/>
          </p:nvGraphicFramePr>
          <p:xfrm>
            <a:off x="6718385" y="4561807"/>
            <a:ext cx="5175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64880" imgH="190440" progId="Equation.3">
                    <p:embed/>
                  </p:oleObj>
                </mc:Choice>
                <mc:Fallback>
                  <p:oleObj name="Equation" r:id="rId30" imgW="164880" imgH="190440" progId="Equation.3">
                    <p:embed/>
                    <p:pic>
                      <p:nvPicPr>
                        <p:cNvPr id="144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8385" y="4561807"/>
                          <a:ext cx="5175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2" name="Straight Connector 161"/>
            <p:cNvCxnSpPr/>
            <p:nvPr/>
          </p:nvCxnSpPr>
          <p:spPr>
            <a:xfrm>
              <a:off x="1492396" y="4999316"/>
              <a:ext cx="176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5114126" y="4858012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>
              <a:off x="5014749" y="4855305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>
              <a:off x="5014749" y="5143305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>
              <a:off x="5491016" y="4858012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>
            <a:xfrm>
              <a:off x="4644008" y="5006256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>
              <a:off x="5505890" y="5000659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rot="5400000">
              <a:off x="5980379" y="5465395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 rot="5400000">
              <a:off x="5890674" y="5743724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5602674" y="5743724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rot="5400000">
              <a:off x="5980379" y="5842285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 rot="5400000">
              <a:off x="5739723" y="5372983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rot="5400000">
              <a:off x="5722980" y="6257206"/>
              <a:ext cx="514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5965130" y="5013176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1031" name="Object 16"/>
            <p:cNvGraphicFramePr>
              <a:graphicFrameLocks noChangeAspect="1"/>
            </p:cNvGraphicFramePr>
            <p:nvPr/>
          </p:nvGraphicFramePr>
          <p:xfrm>
            <a:off x="5084389" y="4464822"/>
            <a:ext cx="5207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64880" imgH="190440" progId="Equation.3">
                    <p:embed/>
                  </p:oleObj>
                </mc:Choice>
                <mc:Fallback>
                  <p:oleObj name="Equation" r:id="rId32" imgW="164880" imgH="190440" progId="Equation.3">
                    <p:embed/>
                    <p:pic>
                      <p:nvPicPr>
                        <p:cNvPr id="17103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4389" y="4464822"/>
                          <a:ext cx="52070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2" name="Object 16"/>
            <p:cNvGraphicFramePr>
              <a:graphicFrameLocks noChangeAspect="1"/>
            </p:cNvGraphicFramePr>
            <p:nvPr/>
          </p:nvGraphicFramePr>
          <p:xfrm>
            <a:off x="5272088" y="5589588"/>
            <a:ext cx="56197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77480" imgH="190440" progId="Equation.3">
                    <p:embed/>
                  </p:oleObj>
                </mc:Choice>
                <mc:Fallback>
                  <p:oleObj name="Equation" r:id="rId34" imgW="177480" imgH="190440" progId="Equation.3">
                    <p:embed/>
                    <p:pic>
                      <p:nvPicPr>
                        <p:cNvPr id="17103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2088" y="5589588"/>
                          <a:ext cx="56197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8" name="Rectangle 177"/>
            <p:cNvSpPr/>
            <p:nvPr/>
          </p:nvSpPr>
          <p:spPr>
            <a:xfrm>
              <a:off x="6588224" y="5503372"/>
              <a:ext cx="57606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M</a:t>
              </a:r>
              <a:r>
                <a:rPr lang="en-GB" baseline="-25000" dirty="0" err="1"/>
                <a:t>2</a:t>
              </a:r>
              <a:endParaRPr lang="en-GB" baseline="-25000" dirty="0"/>
            </a:p>
          </p:txBody>
        </p:sp>
        <p:cxnSp>
          <p:nvCxnSpPr>
            <p:cNvPr id="179" name="Straight Connector 178"/>
            <p:cNvCxnSpPr/>
            <p:nvPr/>
          </p:nvCxnSpPr>
          <p:spPr>
            <a:xfrm>
              <a:off x="6878989" y="5935420"/>
              <a:ext cx="0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Oval 179"/>
            <p:cNvSpPr/>
            <p:nvPr/>
          </p:nvSpPr>
          <p:spPr>
            <a:xfrm>
              <a:off x="6848546" y="4971601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1" name="Straight Connector 180"/>
            <p:cNvCxnSpPr/>
            <p:nvPr/>
          </p:nvCxnSpPr>
          <p:spPr>
            <a:xfrm>
              <a:off x="6876256" y="4999316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>
              <a:off x="5984602" y="4999321"/>
              <a:ext cx="180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5400000">
              <a:off x="7794402" y="5484664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7704697" y="5762992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5400000">
              <a:off x="7416697" y="5762992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5400000">
              <a:off x="7794402" y="5861554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5400000">
              <a:off x="7553746" y="5392251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5400000">
              <a:off x="7537002" y="6276474"/>
              <a:ext cx="514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7784650" y="4999316"/>
              <a:ext cx="0" cy="39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1033" name="Object 16"/>
            <p:cNvGraphicFramePr>
              <a:graphicFrameLocks noChangeAspect="1"/>
            </p:cNvGraphicFramePr>
            <p:nvPr/>
          </p:nvGraphicFramePr>
          <p:xfrm>
            <a:off x="8028384" y="5589240"/>
            <a:ext cx="56197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77480" imgH="190440" progId="Equation.3">
                    <p:embed/>
                  </p:oleObj>
                </mc:Choice>
                <mc:Fallback>
                  <p:oleObj name="Equation" r:id="rId36" imgW="177480" imgH="190440" progId="Equation.3">
                    <p:embed/>
                    <p:pic>
                      <p:nvPicPr>
                        <p:cNvPr id="17103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28384" y="5589240"/>
                          <a:ext cx="56197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2563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400" dirty="0"/>
              <a:t>Rotational Mechanical Systems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Part-I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7851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673224" y="187152"/>
            <a:ext cx="8291264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Basic Elements of Rotational Mechanical Systems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467543" y="1540236"/>
            <a:ext cx="22095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Rotational Spring</a:t>
            </a:r>
          </a:p>
        </p:txBody>
      </p:sp>
      <p:pic>
        <p:nvPicPr>
          <p:cNvPr id="7" name="Picture 6" descr="torsion_spring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27984" y="2060848"/>
            <a:ext cx="4279900" cy="3408164"/>
          </a:xfrm>
          <a:prstGeom prst="rect">
            <a:avLst/>
          </a:prstGeom>
        </p:spPr>
      </p:pic>
      <p:graphicFrame>
        <p:nvGraphicFramePr>
          <p:cNvPr id="114691" name="Object 3"/>
          <p:cNvGraphicFramePr>
            <a:graphicFrameLocks noChangeAspect="1"/>
          </p:cNvGraphicFramePr>
          <p:nvPr/>
        </p:nvGraphicFramePr>
        <p:xfrm>
          <a:off x="827584" y="4293096"/>
          <a:ext cx="2254501" cy="586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203040" progId="Equation.3">
                  <p:embed/>
                </p:oleObj>
              </mc:Choice>
              <mc:Fallback>
                <p:oleObj name="Equation" r:id="rId3" imgW="787320" imgH="203040" progId="Equation.3">
                  <p:embed/>
                  <p:pic>
                    <p:nvPicPr>
                      <p:cNvPr id="1146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293096"/>
                        <a:ext cx="2254501" cy="5866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251520" y="1867100"/>
            <a:ext cx="3312057" cy="1273868"/>
            <a:chOff x="251520" y="1628800"/>
            <a:chExt cx="3312057" cy="1273868"/>
          </a:xfrm>
        </p:grpSpPr>
        <p:pic>
          <p:nvPicPr>
            <p:cNvPr id="32772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1520" y="1628800"/>
              <a:ext cx="3312057" cy="1273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TextBox 9"/>
            <p:cNvSpPr txBox="1"/>
            <p:nvPr/>
          </p:nvSpPr>
          <p:spPr>
            <a:xfrm>
              <a:off x="553407" y="2204864"/>
              <a:ext cx="28803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en-GB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11760" y="1927954"/>
              <a:ext cx="36004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en-GB" dirty="0"/>
            </a:p>
          </p:txBody>
        </p:sp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611560" y="2204864"/>
            <a:ext cx="309116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190440" progId="Equation.3">
                    <p:embed/>
                  </p:oleObj>
                </mc:Choice>
                <mc:Fallback>
                  <p:oleObj name="Equation" r:id="rId6" imgW="164880" imgH="190440" progId="Equation.3">
                    <p:embed/>
                    <p:pic>
                      <p:nvPicPr>
                        <p:cNvPr id="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2204864"/>
                          <a:ext cx="309116" cy="360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690" name="Object 2"/>
            <p:cNvGraphicFramePr>
              <a:graphicFrameLocks noChangeAspect="1"/>
            </p:cNvGraphicFramePr>
            <p:nvPr/>
          </p:nvGraphicFramePr>
          <p:xfrm>
            <a:off x="2382434" y="1957678"/>
            <a:ext cx="26193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90440" progId="Equation.3">
                    <p:embed/>
                  </p:oleObj>
                </mc:Choice>
                <mc:Fallback>
                  <p:oleObj name="Equation" r:id="rId8" imgW="139680" imgH="190440" progId="Equation.3">
                    <p:embed/>
                    <p:pic>
                      <p:nvPicPr>
                        <p:cNvPr id="11469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2434" y="1957678"/>
                          <a:ext cx="261938" cy="360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Arc 11"/>
            <p:cNvSpPr/>
            <p:nvPr/>
          </p:nvSpPr>
          <p:spPr>
            <a:xfrm rot="2706471">
              <a:off x="2145331" y="2142380"/>
              <a:ext cx="648072" cy="504056"/>
            </a:xfrm>
            <a:prstGeom prst="arc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2432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673224" y="187152"/>
            <a:ext cx="8291264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Basic Elements of Rotational Mechanical Systems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467543" y="1412776"/>
            <a:ext cx="22095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Rotational Damper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407" y="2204864"/>
            <a:ext cx="28803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2411760" y="1927954"/>
            <a:ext cx="3600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827584" y="2924944"/>
          <a:ext cx="309116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190440" progId="Equation.3">
                  <p:embed/>
                </p:oleObj>
              </mc:Choice>
              <mc:Fallback>
                <p:oleObj name="Equation" r:id="rId2" imgW="164880" imgH="19044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924944"/>
                        <a:ext cx="309116" cy="360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0" name="Object 2"/>
          <p:cNvGraphicFramePr>
            <a:graphicFrameLocks noChangeAspect="1"/>
          </p:cNvGraphicFramePr>
          <p:nvPr/>
        </p:nvGraphicFramePr>
        <p:xfrm>
          <a:off x="2915816" y="2708920"/>
          <a:ext cx="26193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90440" progId="Equation.3">
                  <p:embed/>
                </p:oleObj>
              </mc:Choice>
              <mc:Fallback>
                <p:oleObj name="Equation" r:id="rId4" imgW="139680" imgH="190440" progId="Equation.3">
                  <p:embed/>
                  <p:pic>
                    <p:nvPicPr>
                      <p:cNvPr id="1146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708920"/>
                        <a:ext cx="261938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6" name="Object 1"/>
          <p:cNvGraphicFramePr>
            <a:graphicFrameLocks noChangeAspect="1"/>
          </p:cNvGraphicFramePr>
          <p:nvPr/>
        </p:nvGraphicFramePr>
        <p:xfrm>
          <a:off x="539552" y="4437112"/>
          <a:ext cx="2598524" cy="587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920" imgH="215640" progId="Equation.3">
                  <p:embed/>
                </p:oleObj>
              </mc:Choice>
              <mc:Fallback>
                <p:oleObj name="Equation" r:id="rId6" imgW="799920" imgH="215640" progId="Equation.3">
                  <p:embed/>
                  <p:pic>
                    <p:nvPicPr>
                      <p:cNvPr id="17715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437112"/>
                        <a:ext cx="2598524" cy="5878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 descr="adjustable_damper-250x250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148064" y="2132856"/>
            <a:ext cx="3463032" cy="3033616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1187624" y="2922211"/>
            <a:ext cx="1930360" cy="434781"/>
            <a:chOff x="1187624" y="2922211"/>
            <a:chExt cx="1215412" cy="290765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619672" y="2924944"/>
              <a:ext cx="0" cy="2880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537067" y="2922211"/>
              <a:ext cx="43204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528343" y="3212976"/>
              <a:ext cx="43204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966042" y="2924944"/>
              <a:ext cx="0" cy="2880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187624" y="3074611"/>
              <a:ext cx="43204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970988" y="3068960"/>
              <a:ext cx="43204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77157" name="Object 5"/>
          <p:cNvGraphicFramePr>
            <a:graphicFrameLocks noChangeAspect="1"/>
          </p:cNvGraphicFramePr>
          <p:nvPr/>
        </p:nvGraphicFramePr>
        <p:xfrm>
          <a:off x="3203848" y="2996952"/>
          <a:ext cx="279524" cy="28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6720" imgH="139680" progId="Equation.3">
                  <p:embed/>
                </p:oleObj>
              </mc:Choice>
              <mc:Fallback>
                <p:oleObj name="Equation" r:id="rId9" imgW="126720" imgH="139680" progId="Equation.3">
                  <p:embed/>
                  <p:pic>
                    <p:nvPicPr>
                      <p:cNvPr id="1771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996952"/>
                        <a:ext cx="279524" cy="285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8" name="Object 2"/>
          <p:cNvGraphicFramePr>
            <a:graphicFrameLocks noChangeAspect="1"/>
          </p:cNvGraphicFramePr>
          <p:nvPr/>
        </p:nvGraphicFramePr>
        <p:xfrm>
          <a:off x="1979613" y="2564011"/>
          <a:ext cx="261937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680" imgH="152280" progId="Equation.3">
                  <p:embed/>
                </p:oleObj>
              </mc:Choice>
              <mc:Fallback>
                <p:oleObj name="Equation" r:id="rId11" imgW="139680" imgH="152280" progId="Equation.3">
                  <p:embed/>
                  <p:pic>
                    <p:nvPicPr>
                      <p:cNvPr id="1771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564011"/>
                        <a:ext cx="261937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Arc 20"/>
          <p:cNvSpPr/>
          <p:nvPr/>
        </p:nvSpPr>
        <p:spPr>
          <a:xfrm rot="2706471">
            <a:off x="2134926" y="2864326"/>
            <a:ext cx="648072" cy="50405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3567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673224" y="187152"/>
            <a:ext cx="8291264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Basic Elements of Rotational Mechanical Systems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467543" y="1412776"/>
            <a:ext cx="22095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dirty="0"/>
              <a:t>Moment of Inertia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1760" y="1927954"/>
            <a:ext cx="3600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graphicFrame>
        <p:nvGraphicFramePr>
          <p:cNvPr id="177156" name="Object 1"/>
          <p:cNvGraphicFramePr>
            <a:graphicFrameLocks noChangeAspect="1"/>
          </p:cNvGraphicFramePr>
          <p:nvPr/>
        </p:nvGraphicFramePr>
        <p:xfrm>
          <a:off x="3491880" y="4149080"/>
          <a:ext cx="1802040" cy="686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190440" progId="Equation.3">
                  <p:embed/>
                </p:oleObj>
              </mc:Choice>
              <mc:Fallback>
                <p:oleObj name="Equation" r:id="rId2" imgW="419040" imgH="190440" progId="Equation.3">
                  <p:embed/>
                  <p:pic>
                    <p:nvPicPr>
                      <p:cNvPr id="17715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4149080"/>
                        <a:ext cx="1802040" cy="6867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0" name="Object 2"/>
          <p:cNvGraphicFramePr>
            <a:graphicFrameLocks noChangeAspect="1"/>
          </p:cNvGraphicFramePr>
          <p:nvPr/>
        </p:nvGraphicFramePr>
        <p:xfrm>
          <a:off x="5365750" y="2311400"/>
          <a:ext cx="21431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152280" progId="Equation.3">
                  <p:embed/>
                </p:oleObj>
              </mc:Choice>
              <mc:Fallback>
                <p:oleObj name="Equation" r:id="rId4" imgW="114120" imgH="152280" progId="Equation.3">
                  <p:embed/>
                  <p:pic>
                    <p:nvPicPr>
                      <p:cNvPr id="1146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2311400"/>
                        <a:ext cx="214313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7" name="Object 5"/>
          <p:cNvGraphicFramePr>
            <a:graphicFrameLocks noChangeAspect="1"/>
          </p:cNvGraphicFramePr>
          <p:nvPr/>
        </p:nvGraphicFramePr>
        <p:xfrm>
          <a:off x="5774082" y="2564904"/>
          <a:ext cx="279524" cy="28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39680" progId="Equation.3">
                  <p:embed/>
                </p:oleObj>
              </mc:Choice>
              <mc:Fallback>
                <p:oleObj name="Equation" r:id="rId6" imgW="126720" imgH="139680" progId="Equation.3">
                  <p:embed/>
                  <p:pic>
                    <p:nvPicPr>
                      <p:cNvPr id="1771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4082" y="2564904"/>
                        <a:ext cx="279524" cy="285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Arc 20"/>
          <p:cNvSpPr/>
          <p:nvPr/>
        </p:nvSpPr>
        <p:spPr>
          <a:xfrm rot="2706471">
            <a:off x="4633152" y="2432278"/>
            <a:ext cx="648072" cy="50405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an 19"/>
          <p:cNvSpPr/>
          <p:nvPr/>
        </p:nvSpPr>
        <p:spPr>
          <a:xfrm rot="5400000">
            <a:off x="3937878" y="1952836"/>
            <a:ext cx="504056" cy="1584176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/>
          <p:cNvCxnSpPr/>
          <p:nvPr/>
        </p:nvCxnSpPr>
        <p:spPr>
          <a:xfrm>
            <a:off x="4909986" y="2753218"/>
            <a:ext cx="6861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77158" name="Object 2"/>
          <p:cNvGraphicFramePr>
            <a:graphicFrameLocks noChangeAspect="1"/>
          </p:cNvGraphicFramePr>
          <p:nvPr/>
        </p:nvGraphicFramePr>
        <p:xfrm>
          <a:off x="4045890" y="2609202"/>
          <a:ext cx="238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52280" progId="Equation.3">
                  <p:embed/>
                </p:oleObj>
              </mc:Choice>
              <mc:Fallback>
                <p:oleObj name="Equation" r:id="rId8" imgW="126720" imgH="152280" progId="Equation.3">
                  <p:embed/>
                  <p:pic>
                    <p:nvPicPr>
                      <p:cNvPr id="1771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5890" y="2609202"/>
                        <a:ext cx="2381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7311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673224" y="187152"/>
            <a:ext cx="8291264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Example-11</a:t>
            </a:r>
          </a:p>
        </p:txBody>
      </p:sp>
      <p:grpSp>
        <p:nvGrpSpPr>
          <p:cNvPr id="200" name="Group 199"/>
          <p:cNvGrpSpPr/>
          <p:nvPr/>
        </p:nvGrpSpPr>
        <p:grpSpPr>
          <a:xfrm>
            <a:off x="755576" y="1052736"/>
            <a:ext cx="7704856" cy="1559896"/>
            <a:chOff x="755576" y="1052736"/>
            <a:chExt cx="7704856" cy="1559896"/>
          </a:xfrm>
        </p:grpSpPr>
        <p:grpSp>
          <p:nvGrpSpPr>
            <p:cNvPr id="130" name="Group 129"/>
            <p:cNvGrpSpPr/>
            <p:nvPr/>
          </p:nvGrpSpPr>
          <p:grpSpPr>
            <a:xfrm>
              <a:off x="755576" y="1052736"/>
              <a:ext cx="7704856" cy="1559896"/>
              <a:chOff x="899592" y="4509120"/>
              <a:chExt cx="7704856" cy="1559896"/>
            </a:xfrm>
          </p:grpSpPr>
          <p:graphicFrame>
            <p:nvGraphicFramePr>
              <p:cNvPr id="114690" name="Object 2"/>
              <p:cNvGraphicFramePr>
                <a:graphicFrameLocks noChangeAspect="1"/>
              </p:cNvGraphicFramePr>
              <p:nvPr/>
            </p:nvGraphicFramePr>
            <p:xfrm>
              <a:off x="1451819" y="5121275"/>
              <a:ext cx="261937" cy="361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39680" imgH="190440" progId="Equation.3">
                      <p:embed/>
                    </p:oleObj>
                  </mc:Choice>
                  <mc:Fallback>
                    <p:oleObj name="Equation" r:id="rId2" imgW="139680" imgH="190440" progId="Equation.3">
                      <p:embed/>
                      <p:pic>
                        <p:nvPicPr>
                          <p:cNvPr id="11469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51819" y="5121275"/>
                            <a:ext cx="261937" cy="3619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7157" name="Object 5"/>
              <p:cNvGraphicFramePr>
                <a:graphicFrameLocks noChangeAspect="1"/>
              </p:cNvGraphicFramePr>
              <p:nvPr/>
            </p:nvGraphicFramePr>
            <p:xfrm>
              <a:off x="899592" y="5517232"/>
              <a:ext cx="279524" cy="2858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26720" imgH="139680" progId="Equation.3">
                      <p:embed/>
                    </p:oleObj>
                  </mc:Choice>
                  <mc:Fallback>
                    <p:oleObj name="Equation" r:id="rId4" imgW="126720" imgH="139680" progId="Equation.3">
                      <p:embed/>
                      <p:pic>
                        <p:nvPicPr>
                          <p:cNvPr id="177157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9592" y="5517232"/>
                            <a:ext cx="279524" cy="2858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" name="Arc 20"/>
              <p:cNvSpPr/>
              <p:nvPr/>
            </p:nvSpPr>
            <p:spPr>
              <a:xfrm rot="2706471">
                <a:off x="1054807" y="5456614"/>
                <a:ext cx="648072" cy="504056"/>
              </a:xfrm>
              <a:prstGeom prst="arc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Can 19"/>
              <p:cNvSpPr/>
              <p:nvPr/>
            </p:nvSpPr>
            <p:spPr>
              <a:xfrm rot="16200000" flipH="1">
                <a:off x="3815916" y="4905164"/>
                <a:ext cx="504056" cy="1584176"/>
              </a:xfrm>
              <a:prstGeom prst="can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177158" name="Object 2"/>
              <p:cNvGraphicFramePr>
                <a:graphicFrameLocks noChangeAspect="1"/>
              </p:cNvGraphicFramePr>
              <p:nvPr/>
            </p:nvGraphicFramePr>
            <p:xfrm>
              <a:off x="3923928" y="5517232"/>
              <a:ext cx="285750" cy="360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52280" imgH="190440" progId="Equation.3">
                      <p:embed/>
                    </p:oleObj>
                  </mc:Choice>
                  <mc:Fallback>
                    <p:oleObj name="Equation" r:id="rId6" imgW="152280" imgH="190440" progId="Equation.3">
                      <p:embed/>
                      <p:pic>
                        <p:nvPicPr>
                          <p:cNvPr id="177158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3928" y="5517232"/>
                            <a:ext cx="285750" cy="36036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3" name="Straight Connector 12"/>
              <p:cNvCxnSpPr/>
              <p:nvPr/>
            </p:nvCxnSpPr>
            <p:spPr>
              <a:xfrm>
                <a:off x="3240208" y="6007433"/>
                <a:ext cx="3204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4" name="Group 97"/>
              <p:cNvGrpSpPr/>
              <p:nvPr/>
            </p:nvGrpSpPr>
            <p:grpSpPr>
              <a:xfrm>
                <a:off x="1273487" y="5472934"/>
                <a:ext cx="2057400" cy="304800"/>
                <a:chOff x="2063080" y="2406853"/>
                <a:chExt cx="2057400" cy="304800"/>
              </a:xfrm>
            </p:grpSpPr>
            <p:cxnSp>
              <p:nvCxnSpPr>
                <p:cNvPr id="15" name="Straight Connector 14"/>
                <p:cNvCxnSpPr/>
                <p:nvPr/>
              </p:nvCxnSpPr>
              <p:spPr>
                <a:xfrm flipV="1">
                  <a:off x="32822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86"/>
                <p:cNvGrpSpPr/>
                <p:nvPr/>
              </p:nvGrpSpPr>
              <p:grpSpPr>
                <a:xfrm>
                  <a:off x="2063080" y="2406853"/>
                  <a:ext cx="2057400" cy="304800"/>
                  <a:chOff x="2063080" y="2406853"/>
                  <a:chExt cx="2057400" cy="304800"/>
                </a:xfrm>
              </p:grpSpPr>
              <p:cxnSp>
                <p:nvCxnSpPr>
                  <p:cNvPr id="17" name="Straight Connector 16"/>
                  <p:cNvCxnSpPr/>
                  <p:nvPr/>
                </p:nvCxnSpPr>
                <p:spPr>
                  <a:xfrm>
                    <a:off x="2063080" y="2635453"/>
                    <a:ext cx="7620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/>
                  <p:cNvCxnSpPr/>
                  <p:nvPr/>
                </p:nvCxnSpPr>
                <p:spPr>
                  <a:xfrm flipV="1">
                    <a:off x="2825080" y="2406853"/>
                    <a:ext cx="228600" cy="228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/>
                  <p:cNvCxnSpPr/>
                  <p:nvPr/>
                </p:nvCxnSpPr>
                <p:spPr>
                  <a:xfrm>
                    <a:off x="3053680" y="2406853"/>
                    <a:ext cx="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/>
                  <p:cNvCxnSpPr/>
                  <p:nvPr/>
                </p:nvCxnSpPr>
                <p:spPr>
                  <a:xfrm flipV="1">
                    <a:off x="3053680" y="2406853"/>
                    <a:ext cx="22860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/>
                  <p:cNvCxnSpPr/>
                  <p:nvPr/>
                </p:nvCxnSpPr>
                <p:spPr>
                  <a:xfrm>
                    <a:off x="3282280" y="2406853"/>
                    <a:ext cx="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/>
                  <p:cNvCxnSpPr/>
                  <p:nvPr/>
                </p:nvCxnSpPr>
                <p:spPr>
                  <a:xfrm>
                    <a:off x="3510880" y="2406853"/>
                    <a:ext cx="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 flipV="1">
                    <a:off x="3510880" y="2406853"/>
                    <a:ext cx="22860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3739480" y="2406853"/>
                    <a:ext cx="0" cy="228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/>
                  <p:cNvCxnSpPr/>
                  <p:nvPr/>
                </p:nvCxnSpPr>
                <p:spPr>
                  <a:xfrm>
                    <a:off x="3739480" y="2635453"/>
                    <a:ext cx="3810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aphicFrame>
            <p:nvGraphicFramePr>
              <p:cNvPr id="31" name="Object 30"/>
              <p:cNvGraphicFramePr>
                <a:graphicFrameLocks noChangeAspect="1"/>
              </p:cNvGraphicFramePr>
              <p:nvPr/>
            </p:nvGraphicFramePr>
            <p:xfrm>
              <a:off x="2267744" y="5013176"/>
              <a:ext cx="439738" cy="425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39680" imgH="190440" progId="Equation.3">
                      <p:embed/>
                    </p:oleObj>
                  </mc:Choice>
                  <mc:Fallback>
                    <p:oleObj name="Equation" r:id="rId8" imgW="139680" imgH="190440" progId="Equation.3">
                      <p:embed/>
                      <p:pic>
                        <p:nvPicPr>
                          <p:cNvPr id="31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7744" y="5013176"/>
                            <a:ext cx="439738" cy="4254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16"/>
              <p:cNvGraphicFramePr>
                <a:graphicFrameLocks noChangeAspect="1"/>
              </p:cNvGraphicFramePr>
              <p:nvPr/>
            </p:nvGraphicFramePr>
            <p:xfrm>
              <a:off x="4283968" y="4725144"/>
              <a:ext cx="522287" cy="4286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64880" imgH="190440" progId="Equation.3">
                      <p:embed/>
                    </p:oleObj>
                  </mc:Choice>
                  <mc:Fallback>
                    <p:oleObj name="Equation" r:id="rId10" imgW="164880" imgH="190440" progId="Equation.3">
                      <p:embed/>
                      <p:pic>
                        <p:nvPicPr>
                          <p:cNvPr id="61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3968" y="4725144"/>
                            <a:ext cx="522287" cy="4286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" name="Object 2"/>
              <p:cNvGraphicFramePr>
                <a:graphicFrameLocks noChangeAspect="1"/>
              </p:cNvGraphicFramePr>
              <p:nvPr/>
            </p:nvGraphicFramePr>
            <p:xfrm>
              <a:off x="7524328" y="5085184"/>
              <a:ext cx="460127" cy="408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52280" imgH="190440" progId="Equation.3">
                      <p:embed/>
                    </p:oleObj>
                  </mc:Choice>
                  <mc:Fallback>
                    <p:oleObj name="Equation" r:id="rId12" imgW="152280" imgH="190440" progId="Equation.3">
                      <p:embed/>
                      <p:pic>
                        <p:nvPicPr>
                          <p:cNvPr id="76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24328" y="5085184"/>
                            <a:ext cx="460127" cy="4083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4" name="Can 103"/>
              <p:cNvSpPr/>
              <p:nvPr/>
            </p:nvSpPr>
            <p:spPr>
              <a:xfrm rot="5400000">
                <a:off x="5402825" y="4905164"/>
                <a:ext cx="504056" cy="1584176"/>
              </a:xfrm>
              <a:prstGeom prst="can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182292" name="Object 6"/>
              <p:cNvGraphicFramePr>
                <a:graphicFrameLocks noChangeAspect="1"/>
              </p:cNvGraphicFramePr>
              <p:nvPr/>
            </p:nvGraphicFramePr>
            <p:xfrm>
              <a:off x="5496769" y="5516563"/>
              <a:ext cx="309562" cy="360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64880" imgH="190440" progId="Equation.3">
                      <p:embed/>
                    </p:oleObj>
                  </mc:Choice>
                  <mc:Fallback>
                    <p:oleObj name="Equation" r:id="rId14" imgW="164880" imgH="190440" progId="Equation.3">
                      <p:embed/>
                      <p:pic>
                        <p:nvPicPr>
                          <p:cNvPr id="18229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96769" y="5516563"/>
                            <a:ext cx="309562" cy="36036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5" name="Object 2"/>
              <p:cNvGraphicFramePr>
                <a:graphicFrameLocks noChangeAspect="1"/>
              </p:cNvGraphicFramePr>
              <p:nvPr/>
            </p:nvGraphicFramePr>
            <p:xfrm>
              <a:off x="2917081" y="5084763"/>
              <a:ext cx="309563" cy="361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64880" imgH="190440" progId="Equation.3">
                      <p:embed/>
                    </p:oleObj>
                  </mc:Choice>
                  <mc:Fallback>
                    <p:oleObj name="Equation" r:id="rId16" imgW="164880" imgH="190440" progId="Equation.3">
                      <p:embed/>
                      <p:pic>
                        <p:nvPicPr>
                          <p:cNvPr id="105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7081" y="5084763"/>
                            <a:ext cx="309563" cy="3619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6" name="Arc 105"/>
              <p:cNvSpPr/>
              <p:nvPr/>
            </p:nvSpPr>
            <p:spPr>
              <a:xfrm rot="2706471">
                <a:off x="2544577" y="5420523"/>
                <a:ext cx="648072" cy="504056"/>
              </a:xfrm>
              <a:prstGeom prst="arc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07" name="Group 97"/>
              <p:cNvGrpSpPr/>
              <p:nvPr/>
            </p:nvGrpSpPr>
            <p:grpSpPr>
              <a:xfrm>
                <a:off x="6391910" y="5489522"/>
                <a:ext cx="2057400" cy="304800"/>
                <a:chOff x="2063080" y="2406853"/>
                <a:chExt cx="2057400" cy="304800"/>
              </a:xfrm>
            </p:grpSpPr>
            <p:cxnSp>
              <p:nvCxnSpPr>
                <p:cNvPr id="108" name="Straight Connector 107"/>
                <p:cNvCxnSpPr/>
                <p:nvPr/>
              </p:nvCxnSpPr>
              <p:spPr>
                <a:xfrm flipV="1">
                  <a:off x="32822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9" name="Group 86"/>
                <p:cNvGrpSpPr/>
                <p:nvPr/>
              </p:nvGrpSpPr>
              <p:grpSpPr>
                <a:xfrm>
                  <a:off x="2063080" y="2406853"/>
                  <a:ext cx="2057400" cy="304800"/>
                  <a:chOff x="2063080" y="2406853"/>
                  <a:chExt cx="2057400" cy="304800"/>
                </a:xfrm>
              </p:grpSpPr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2063080" y="2635453"/>
                    <a:ext cx="7620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10"/>
                  <p:cNvCxnSpPr/>
                  <p:nvPr/>
                </p:nvCxnSpPr>
                <p:spPr>
                  <a:xfrm flipV="1">
                    <a:off x="2825080" y="2406853"/>
                    <a:ext cx="228600" cy="228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Connector 111"/>
                  <p:cNvCxnSpPr/>
                  <p:nvPr/>
                </p:nvCxnSpPr>
                <p:spPr>
                  <a:xfrm>
                    <a:off x="3053680" y="2406853"/>
                    <a:ext cx="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Straight Connector 112"/>
                  <p:cNvCxnSpPr/>
                  <p:nvPr/>
                </p:nvCxnSpPr>
                <p:spPr>
                  <a:xfrm flipV="1">
                    <a:off x="3053680" y="2406853"/>
                    <a:ext cx="22860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/>
                  <p:cNvCxnSpPr/>
                  <p:nvPr/>
                </p:nvCxnSpPr>
                <p:spPr>
                  <a:xfrm>
                    <a:off x="3282280" y="2406853"/>
                    <a:ext cx="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Connector 114"/>
                  <p:cNvCxnSpPr/>
                  <p:nvPr/>
                </p:nvCxnSpPr>
                <p:spPr>
                  <a:xfrm>
                    <a:off x="3510880" y="2406853"/>
                    <a:ext cx="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/>
                  <p:cNvCxnSpPr/>
                  <p:nvPr/>
                </p:nvCxnSpPr>
                <p:spPr>
                  <a:xfrm flipV="1">
                    <a:off x="3510880" y="2406853"/>
                    <a:ext cx="228600" cy="3048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>
                    <a:off x="3739480" y="2406853"/>
                    <a:ext cx="0" cy="228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Connector 117"/>
                  <p:cNvCxnSpPr/>
                  <p:nvPr/>
                </p:nvCxnSpPr>
                <p:spPr>
                  <a:xfrm>
                    <a:off x="3739480" y="2635453"/>
                    <a:ext cx="3810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26" name="Group 125"/>
              <p:cNvGrpSpPr/>
              <p:nvPr/>
            </p:nvGrpSpPr>
            <p:grpSpPr>
              <a:xfrm>
                <a:off x="8460432" y="4509120"/>
                <a:ext cx="144016" cy="1524000"/>
                <a:chOff x="8460432" y="4509120"/>
                <a:chExt cx="144016" cy="1524000"/>
              </a:xfrm>
            </p:grpSpPr>
            <p:cxnSp>
              <p:nvCxnSpPr>
                <p:cNvPr id="12" name="Straight Connector 11"/>
                <p:cNvCxnSpPr/>
                <p:nvPr/>
              </p:nvCxnSpPr>
              <p:spPr>
                <a:xfrm>
                  <a:off x="8460432" y="4509120"/>
                  <a:ext cx="0" cy="15240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/>
                <p:cNvCxnSpPr/>
                <p:nvPr/>
              </p:nvCxnSpPr>
              <p:spPr>
                <a:xfrm flipH="1">
                  <a:off x="8460432" y="4581128"/>
                  <a:ext cx="144016" cy="7200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/>
                <p:cNvCxnSpPr/>
                <p:nvPr/>
              </p:nvCxnSpPr>
              <p:spPr>
                <a:xfrm flipH="1">
                  <a:off x="8460432" y="4852572"/>
                  <a:ext cx="144016" cy="7200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 flipH="1">
                  <a:off x="8460432" y="5085184"/>
                  <a:ext cx="144016" cy="7200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 flipH="1">
                  <a:off x="8460432" y="5373216"/>
                  <a:ext cx="144016" cy="7200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 flipH="1">
                  <a:off x="8460432" y="5630805"/>
                  <a:ext cx="144016" cy="7200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 flipH="1">
                  <a:off x="8460432" y="5877272"/>
                  <a:ext cx="144016" cy="7200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aphicFrame>
            <p:nvGraphicFramePr>
              <p:cNvPr id="127" name="Object 2"/>
              <p:cNvGraphicFramePr>
                <a:graphicFrameLocks noChangeAspect="1"/>
              </p:cNvGraphicFramePr>
              <p:nvPr/>
            </p:nvGraphicFramePr>
            <p:xfrm>
              <a:off x="6600825" y="5157788"/>
              <a:ext cx="285750" cy="361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52280" imgH="190440" progId="Equation.3">
                      <p:embed/>
                    </p:oleObj>
                  </mc:Choice>
                  <mc:Fallback>
                    <p:oleObj name="Equation" r:id="rId18" imgW="152280" imgH="190440" progId="Equation.3">
                      <p:embed/>
                      <p:pic>
                        <p:nvPicPr>
                          <p:cNvPr id="127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00825" y="5157788"/>
                            <a:ext cx="285750" cy="3619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8" name="Arc 127"/>
              <p:cNvSpPr/>
              <p:nvPr/>
            </p:nvSpPr>
            <p:spPr>
              <a:xfrm rot="2706471">
                <a:off x="6216985" y="5492952"/>
                <a:ext cx="648072" cy="504056"/>
              </a:xfrm>
              <a:prstGeom prst="arc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99" name="Straight Arrow Connector 198"/>
            <p:cNvCxnSpPr/>
            <p:nvPr/>
          </p:nvCxnSpPr>
          <p:spPr>
            <a:xfrm>
              <a:off x="4572000" y="1628800"/>
              <a:ext cx="144016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>
            <a:off x="801315" y="3717032"/>
            <a:ext cx="7731125" cy="2089469"/>
            <a:chOff x="801315" y="3789040"/>
            <a:chExt cx="7731125" cy="2089469"/>
          </a:xfrm>
        </p:grpSpPr>
        <p:cxnSp>
          <p:nvCxnSpPr>
            <p:cNvPr id="132" name="Straight Connector 131"/>
            <p:cNvCxnSpPr/>
            <p:nvPr/>
          </p:nvCxnSpPr>
          <p:spPr>
            <a:xfrm>
              <a:off x="1611177" y="4347020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/>
            <p:cNvSpPr/>
            <p:nvPr/>
          </p:nvSpPr>
          <p:spPr>
            <a:xfrm>
              <a:off x="1350855" y="4870397"/>
              <a:ext cx="504056" cy="4874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↑</a:t>
              </a:r>
            </a:p>
          </p:txBody>
        </p:sp>
        <p:cxnSp>
          <p:nvCxnSpPr>
            <p:cNvPr id="134" name="Straight Connector 133"/>
            <p:cNvCxnSpPr/>
            <p:nvPr/>
          </p:nvCxnSpPr>
          <p:spPr>
            <a:xfrm>
              <a:off x="1597322" y="5374453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5" name="Group 98"/>
            <p:cNvGrpSpPr/>
            <p:nvPr/>
          </p:nvGrpSpPr>
          <p:grpSpPr>
            <a:xfrm>
              <a:off x="1641385" y="4208470"/>
              <a:ext cx="1700289" cy="216022"/>
              <a:chOff x="2321616" y="2406853"/>
              <a:chExt cx="1896935" cy="304800"/>
            </a:xfrm>
          </p:grpSpPr>
          <p:cxnSp>
            <p:nvCxnSpPr>
              <p:cNvPr id="185" name="Straight Connector 184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Group 86"/>
              <p:cNvGrpSpPr/>
              <p:nvPr/>
            </p:nvGrpSpPr>
            <p:grpSpPr>
              <a:xfrm>
                <a:off x="2321616" y="2406853"/>
                <a:ext cx="1896935" cy="304800"/>
                <a:chOff x="2321616" y="2406853"/>
                <a:chExt cx="1896935" cy="304800"/>
              </a:xfrm>
            </p:grpSpPr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2321616" y="2635449"/>
                  <a:ext cx="492746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3725806" y="2635452"/>
                  <a:ext cx="49274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6" name="Straight Connector 135"/>
            <p:cNvCxnSpPr/>
            <p:nvPr/>
          </p:nvCxnSpPr>
          <p:spPr>
            <a:xfrm>
              <a:off x="3397522" y="4366341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ectangle 136"/>
            <p:cNvSpPr/>
            <p:nvPr/>
          </p:nvSpPr>
          <p:spPr>
            <a:xfrm>
              <a:off x="3106757" y="4870397"/>
              <a:ext cx="57606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J</a:t>
              </a:r>
              <a:r>
                <a:rPr lang="en-GB" baseline="-25000" dirty="0" err="1"/>
                <a:t>1</a:t>
              </a:r>
              <a:endParaRPr lang="en-GB" baseline="-25000" dirty="0"/>
            </a:p>
          </p:txBody>
        </p:sp>
        <p:cxnSp>
          <p:nvCxnSpPr>
            <p:cNvPr id="138" name="Straight Connector 137"/>
            <p:cNvCxnSpPr/>
            <p:nvPr/>
          </p:nvCxnSpPr>
          <p:spPr>
            <a:xfrm>
              <a:off x="3397522" y="5302445"/>
              <a:ext cx="0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>
              <a:off x="3397522" y="4352486"/>
              <a:ext cx="136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1583467" y="5878509"/>
              <a:ext cx="6336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44" name="Object 15"/>
            <p:cNvGraphicFramePr>
              <a:graphicFrameLocks noChangeAspect="1"/>
            </p:cNvGraphicFramePr>
            <p:nvPr/>
          </p:nvGraphicFramePr>
          <p:xfrm>
            <a:off x="2407865" y="3789040"/>
            <a:ext cx="439737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39680" imgH="190440" progId="Equation.3">
                    <p:embed/>
                  </p:oleObj>
                </mc:Choice>
                <mc:Fallback>
                  <p:oleObj name="Equation" r:id="rId20" imgW="139680" imgH="190440" progId="Equation.3">
                    <p:embed/>
                    <p:pic>
                      <p:nvPicPr>
                        <p:cNvPr id="144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7865" y="3789040"/>
                          <a:ext cx="439737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" name="Object 17"/>
            <p:cNvGraphicFramePr>
              <a:graphicFrameLocks noChangeAspect="1"/>
            </p:cNvGraphicFramePr>
            <p:nvPr/>
          </p:nvGraphicFramePr>
          <p:xfrm>
            <a:off x="801315" y="4986015"/>
            <a:ext cx="39846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6720" imgH="139680" progId="Equation.3">
                    <p:embed/>
                  </p:oleObj>
                </mc:Choice>
                <mc:Fallback>
                  <p:oleObj name="Equation" r:id="rId22" imgW="126720" imgH="139680" progId="Equation.3">
                    <p:embed/>
                    <p:pic>
                      <p:nvPicPr>
                        <p:cNvPr id="146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315" y="4986015"/>
                          <a:ext cx="398462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7" name="Oval 146"/>
            <p:cNvSpPr/>
            <p:nvPr/>
          </p:nvSpPr>
          <p:spPr>
            <a:xfrm>
              <a:off x="3367079" y="4338626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48" name="Object 18"/>
            <p:cNvGraphicFramePr>
              <a:graphicFrameLocks noChangeAspect="1"/>
            </p:cNvGraphicFramePr>
            <p:nvPr/>
          </p:nvGraphicFramePr>
          <p:xfrm>
            <a:off x="1439217" y="3889995"/>
            <a:ext cx="4381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9680" imgH="190440" progId="Equation.3">
                    <p:embed/>
                  </p:oleObj>
                </mc:Choice>
                <mc:Fallback>
                  <p:oleObj name="Equation" r:id="rId24" imgW="139680" imgH="190440" progId="Equation.3">
                    <p:embed/>
                    <p:pic>
                      <p:nvPicPr>
                        <p:cNvPr id="14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9217" y="3889995"/>
                          <a:ext cx="43815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" name="Object 19"/>
            <p:cNvGraphicFramePr>
              <a:graphicFrameLocks noChangeAspect="1"/>
            </p:cNvGraphicFramePr>
            <p:nvPr/>
          </p:nvGraphicFramePr>
          <p:xfrm>
            <a:off x="6859215" y="3914453"/>
            <a:ext cx="477837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52280" imgH="190440" progId="Equation.3">
                    <p:embed/>
                  </p:oleObj>
                </mc:Choice>
                <mc:Fallback>
                  <p:oleObj name="Equation" r:id="rId26" imgW="152280" imgH="190440" progId="Equation.3">
                    <p:embed/>
                    <p:pic>
                      <p:nvPicPr>
                        <p:cNvPr id="14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9215" y="3914453"/>
                          <a:ext cx="477837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51" name="Straight Connector 150"/>
            <p:cNvCxnSpPr/>
            <p:nvPr/>
          </p:nvCxnSpPr>
          <p:spPr>
            <a:xfrm>
              <a:off x="5235792" y="4211177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5136415" y="4208470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5136415" y="4496470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5612682" y="4211177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4765674" y="4359421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5627556" y="4353824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4" name="Object 16"/>
            <p:cNvGraphicFramePr>
              <a:graphicFrameLocks noChangeAspect="1"/>
            </p:cNvGraphicFramePr>
            <p:nvPr/>
          </p:nvGraphicFramePr>
          <p:xfrm>
            <a:off x="5206055" y="3804132"/>
            <a:ext cx="5207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64880" imgH="190440" progId="Equation.3">
                    <p:embed/>
                  </p:oleObj>
                </mc:Choice>
                <mc:Fallback>
                  <p:oleObj name="Equation" r:id="rId28" imgW="164880" imgH="190440" progId="Equation.3">
                    <p:embed/>
                    <p:pic>
                      <p:nvPicPr>
                        <p:cNvPr id="16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6055" y="3804132"/>
                          <a:ext cx="52070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6" name="Rectangle 165"/>
            <p:cNvSpPr/>
            <p:nvPr/>
          </p:nvSpPr>
          <p:spPr>
            <a:xfrm>
              <a:off x="6709890" y="4856537"/>
              <a:ext cx="57606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J</a:t>
              </a:r>
              <a:r>
                <a:rPr lang="en-GB" baseline="-25000" dirty="0" err="1"/>
                <a:t>2</a:t>
              </a:r>
              <a:endParaRPr lang="en-GB" baseline="-25000" dirty="0"/>
            </a:p>
          </p:txBody>
        </p:sp>
        <p:cxnSp>
          <p:nvCxnSpPr>
            <p:cNvPr id="167" name="Straight Connector 166"/>
            <p:cNvCxnSpPr/>
            <p:nvPr/>
          </p:nvCxnSpPr>
          <p:spPr>
            <a:xfrm>
              <a:off x="7000655" y="5288585"/>
              <a:ext cx="0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Oval 167"/>
            <p:cNvSpPr/>
            <p:nvPr/>
          </p:nvSpPr>
          <p:spPr>
            <a:xfrm>
              <a:off x="6970212" y="4324766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9" name="Straight Connector 168"/>
            <p:cNvCxnSpPr/>
            <p:nvPr/>
          </p:nvCxnSpPr>
          <p:spPr>
            <a:xfrm>
              <a:off x="6997922" y="4352481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>
              <a:off x="6106268" y="4352486"/>
              <a:ext cx="180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Oval 196"/>
            <p:cNvSpPr/>
            <p:nvPr/>
          </p:nvSpPr>
          <p:spPr>
            <a:xfrm>
              <a:off x="1583233" y="4324766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82303" name="Object 18"/>
            <p:cNvGraphicFramePr>
              <a:graphicFrameLocks noChangeAspect="1"/>
            </p:cNvGraphicFramePr>
            <p:nvPr/>
          </p:nvGraphicFramePr>
          <p:xfrm>
            <a:off x="3200027" y="3890640"/>
            <a:ext cx="5175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64880" imgH="190440" progId="Equation.3">
                    <p:embed/>
                  </p:oleObj>
                </mc:Choice>
                <mc:Fallback>
                  <p:oleObj name="Equation" r:id="rId30" imgW="164880" imgH="190440" progId="Equation.3">
                    <p:embed/>
                    <p:pic>
                      <p:nvPicPr>
                        <p:cNvPr id="182303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0027" y="3890640"/>
                          <a:ext cx="5175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1" name="Group 98"/>
            <p:cNvGrpSpPr/>
            <p:nvPr/>
          </p:nvGrpSpPr>
          <p:grpSpPr>
            <a:xfrm rot="16200000" flipH="1">
              <a:off x="7116809" y="5006132"/>
              <a:ext cx="1512000" cy="216022"/>
              <a:chOff x="2321616" y="2406853"/>
              <a:chExt cx="1896935" cy="304800"/>
            </a:xfrm>
          </p:grpSpPr>
          <p:cxnSp>
            <p:nvCxnSpPr>
              <p:cNvPr id="202" name="Straight Connector 201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3" name="Group 86"/>
              <p:cNvGrpSpPr/>
              <p:nvPr/>
            </p:nvGrpSpPr>
            <p:grpSpPr>
              <a:xfrm>
                <a:off x="2321616" y="2406853"/>
                <a:ext cx="1896935" cy="304800"/>
                <a:chOff x="2321616" y="2406853"/>
                <a:chExt cx="1896935" cy="304800"/>
              </a:xfrm>
            </p:grpSpPr>
            <p:cxnSp>
              <p:nvCxnSpPr>
                <p:cNvPr id="204" name="Straight Connector 203"/>
                <p:cNvCxnSpPr/>
                <p:nvPr/>
              </p:nvCxnSpPr>
              <p:spPr>
                <a:xfrm>
                  <a:off x="2321616" y="2635449"/>
                  <a:ext cx="492746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/>
              </p:nvCxnSpPr>
              <p:spPr>
                <a:xfrm>
                  <a:off x="3725806" y="2635452"/>
                  <a:ext cx="49274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aphicFrame>
          <p:nvGraphicFramePr>
            <p:cNvPr id="182304" name="Object 15"/>
            <p:cNvGraphicFramePr>
              <a:graphicFrameLocks noChangeAspect="1"/>
            </p:cNvGraphicFramePr>
            <p:nvPr/>
          </p:nvGraphicFramePr>
          <p:xfrm>
            <a:off x="8053015" y="4970140"/>
            <a:ext cx="4794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52280" imgH="190440" progId="Equation.3">
                    <p:embed/>
                  </p:oleObj>
                </mc:Choice>
                <mc:Fallback>
                  <p:oleObj name="Equation" r:id="rId32" imgW="152280" imgH="190440" progId="Equation.3">
                    <p:embed/>
                    <p:pic>
                      <p:nvPicPr>
                        <p:cNvPr id="182304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53015" y="4970140"/>
                          <a:ext cx="4794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60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673224" y="187152"/>
            <a:ext cx="8291264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Example-12</a:t>
            </a:r>
          </a:p>
        </p:txBody>
      </p:sp>
      <p:grpSp>
        <p:nvGrpSpPr>
          <p:cNvPr id="156" name="Group 155"/>
          <p:cNvGrpSpPr/>
          <p:nvPr/>
        </p:nvGrpSpPr>
        <p:grpSpPr>
          <a:xfrm>
            <a:off x="693738" y="4048125"/>
            <a:ext cx="7910710" cy="2097999"/>
            <a:chOff x="693738" y="4048125"/>
            <a:chExt cx="7910710" cy="2097999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1503600" y="4606105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1243278" y="5129482"/>
              <a:ext cx="504056" cy="4874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↑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1489745" y="5633538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98"/>
            <p:cNvGrpSpPr/>
            <p:nvPr/>
          </p:nvGrpSpPr>
          <p:grpSpPr>
            <a:xfrm>
              <a:off x="1533808" y="4467555"/>
              <a:ext cx="1700289" cy="216022"/>
              <a:chOff x="2321616" y="2406853"/>
              <a:chExt cx="1896935" cy="304800"/>
            </a:xfrm>
          </p:grpSpPr>
          <p:cxnSp>
            <p:nvCxnSpPr>
              <p:cNvPr id="59" name="Straight Connector 58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" name="Group 86"/>
              <p:cNvGrpSpPr/>
              <p:nvPr/>
            </p:nvGrpSpPr>
            <p:grpSpPr>
              <a:xfrm>
                <a:off x="2321616" y="2406853"/>
                <a:ext cx="1896935" cy="304800"/>
                <a:chOff x="2321616" y="2406853"/>
                <a:chExt cx="1896935" cy="304800"/>
              </a:xfrm>
            </p:grpSpPr>
            <p:cxnSp>
              <p:nvCxnSpPr>
                <p:cNvPr id="63" name="Straight Connector 62"/>
                <p:cNvCxnSpPr/>
                <p:nvPr/>
              </p:nvCxnSpPr>
              <p:spPr>
                <a:xfrm>
                  <a:off x="2321616" y="2635449"/>
                  <a:ext cx="492746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/>
              </p:nvCxnSpPr>
              <p:spPr>
                <a:xfrm>
                  <a:off x="3725806" y="2635452"/>
                  <a:ext cx="49274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2" name="Straight Connector 71"/>
            <p:cNvCxnSpPr/>
            <p:nvPr/>
          </p:nvCxnSpPr>
          <p:spPr>
            <a:xfrm>
              <a:off x="3289945" y="4625426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2999180" y="5129482"/>
              <a:ext cx="57606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J</a:t>
              </a:r>
              <a:r>
                <a:rPr lang="en-GB" baseline="-25000" dirty="0" err="1"/>
                <a:t>1</a:t>
              </a:r>
              <a:endParaRPr lang="en-GB" baseline="-25000" dirty="0"/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3289945" y="5561530"/>
              <a:ext cx="0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289945" y="4611571"/>
              <a:ext cx="136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4658097" y="5777554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115"/>
            <p:cNvGrpSpPr/>
            <p:nvPr/>
          </p:nvGrpSpPr>
          <p:grpSpPr>
            <a:xfrm rot="5400000">
              <a:off x="3994845" y="5255586"/>
              <a:ext cx="1332000" cy="288000"/>
              <a:chOff x="5292080" y="2202131"/>
              <a:chExt cx="1224136" cy="290765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572412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5632799" y="22021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5632799" y="2492896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>
                <a:off x="6070498" y="2204864"/>
                <a:ext cx="0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5292080" y="2354531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6084168" y="2348880"/>
                <a:ext cx="4320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5" name="Straight Connector 84"/>
            <p:cNvCxnSpPr/>
            <p:nvPr/>
          </p:nvCxnSpPr>
          <p:spPr>
            <a:xfrm>
              <a:off x="1475890" y="6137594"/>
              <a:ext cx="6336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4658097" y="4608838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7" name="Object 15"/>
            <p:cNvGraphicFramePr>
              <a:graphicFrameLocks noChangeAspect="1"/>
            </p:cNvGraphicFramePr>
            <p:nvPr/>
          </p:nvGraphicFramePr>
          <p:xfrm>
            <a:off x="2300288" y="4048125"/>
            <a:ext cx="439737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90440" progId="Equation.3">
                    <p:embed/>
                  </p:oleObj>
                </mc:Choice>
                <mc:Fallback>
                  <p:oleObj name="Equation" r:id="rId2" imgW="139680" imgH="190440" progId="Equation.3">
                    <p:embed/>
                    <p:pic>
                      <p:nvPicPr>
                        <p:cNvPr id="8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0288" y="4048125"/>
                          <a:ext cx="439737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Object 16"/>
            <p:cNvGraphicFramePr>
              <a:graphicFrameLocks noChangeAspect="1"/>
            </p:cNvGraphicFramePr>
            <p:nvPr/>
          </p:nvGraphicFramePr>
          <p:xfrm>
            <a:off x="4041577" y="5144688"/>
            <a:ext cx="5207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190440" progId="Equation.3">
                    <p:embed/>
                  </p:oleObj>
                </mc:Choice>
                <mc:Fallback>
                  <p:oleObj name="Equation" r:id="rId4" imgW="164880" imgH="190440" progId="Equation.3">
                    <p:embed/>
                    <p:pic>
                      <p:nvPicPr>
                        <p:cNvPr id="8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1577" y="5144688"/>
                          <a:ext cx="52070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" name="Object 17"/>
            <p:cNvGraphicFramePr>
              <a:graphicFrameLocks noChangeAspect="1"/>
            </p:cNvGraphicFramePr>
            <p:nvPr/>
          </p:nvGraphicFramePr>
          <p:xfrm>
            <a:off x="693738" y="5245100"/>
            <a:ext cx="39846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39680" progId="Equation.3">
                    <p:embed/>
                  </p:oleObj>
                </mc:Choice>
                <mc:Fallback>
                  <p:oleObj name="Equation" r:id="rId6" imgW="126720" imgH="139680" progId="Equation.3">
                    <p:embed/>
                    <p:pic>
                      <p:nvPicPr>
                        <p:cNvPr id="8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3738" y="5245100"/>
                          <a:ext cx="398462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Oval 89"/>
            <p:cNvSpPr/>
            <p:nvPr/>
          </p:nvSpPr>
          <p:spPr>
            <a:xfrm>
              <a:off x="3259502" y="4597711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91" name="Object 18"/>
            <p:cNvGraphicFramePr>
              <a:graphicFrameLocks noChangeAspect="1"/>
            </p:cNvGraphicFramePr>
            <p:nvPr/>
          </p:nvGraphicFramePr>
          <p:xfrm>
            <a:off x="1331640" y="4149080"/>
            <a:ext cx="4381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90440" progId="Equation.3">
                    <p:embed/>
                  </p:oleObj>
                </mc:Choice>
                <mc:Fallback>
                  <p:oleObj name="Equation" r:id="rId8" imgW="139680" imgH="190440" progId="Equation.3">
                    <p:embed/>
                    <p:pic>
                      <p:nvPicPr>
                        <p:cNvPr id="91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4149080"/>
                          <a:ext cx="43815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Object 19"/>
            <p:cNvGraphicFramePr>
              <a:graphicFrameLocks noChangeAspect="1"/>
            </p:cNvGraphicFramePr>
            <p:nvPr/>
          </p:nvGraphicFramePr>
          <p:xfrm>
            <a:off x="6751638" y="4173538"/>
            <a:ext cx="477837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80" imgH="190440" progId="Equation.3">
                    <p:embed/>
                  </p:oleObj>
                </mc:Choice>
                <mc:Fallback>
                  <p:oleObj name="Equation" r:id="rId10" imgW="152280" imgH="190440" progId="Equation.3">
                    <p:embed/>
                    <p:pic>
                      <p:nvPicPr>
                        <p:cNvPr id="92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51638" y="4173538"/>
                          <a:ext cx="477837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6" name="Group 145"/>
            <p:cNvGrpSpPr/>
            <p:nvPr/>
          </p:nvGrpSpPr>
          <p:grpSpPr>
            <a:xfrm>
              <a:off x="4658097" y="4467555"/>
              <a:ext cx="1332000" cy="288000"/>
              <a:chOff x="4658097" y="4467555"/>
              <a:chExt cx="1332000" cy="2880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5128215" y="4470262"/>
                <a:ext cx="0" cy="285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>
                <a:off x="5028838" y="4467555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>
                <a:off x="5028838" y="4755555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>
                <a:off x="5505105" y="4470262"/>
                <a:ext cx="0" cy="285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4658097" y="4618506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5519979" y="4612909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9" name="Straight Connector 98"/>
            <p:cNvCxnSpPr/>
            <p:nvPr/>
          </p:nvCxnSpPr>
          <p:spPr>
            <a:xfrm rot="5400000">
              <a:off x="5994468" y="5077645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5400000">
              <a:off x="5904763" y="5355974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5400000">
              <a:off x="5616763" y="5355974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5400000">
              <a:off x="5994468" y="5454535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rot="5400000">
              <a:off x="5753812" y="4985233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rot="5400000">
              <a:off x="5737069" y="5869456"/>
              <a:ext cx="514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5979219" y="4625426"/>
              <a:ext cx="0" cy="36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6" name="Object 16"/>
            <p:cNvGraphicFramePr>
              <a:graphicFrameLocks noChangeAspect="1"/>
            </p:cNvGraphicFramePr>
            <p:nvPr/>
          </p:nvGraphicFramePr>
          <p:xfrm>
            <a:off x="5080000" y="4076700"/>
            <a:ext cx="560388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190440" progId="Equation.3">
                    <p:embed/>
                  </p:oleObj>
                </mc:Choice>
                <mc:Fallback>
                  <p:oleObj name="Equation" r:id="rId12" imgW="177480" imgH="190440" progId="Equation.3">
                    <p:embed/>
                    <p:pic>
                      <p:nvPicPr>
                        <p:cNvPr id="12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0000" y="4076700"/>
                          <a:ext cx="560388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0" name="Object 16"/>
            <p:cNvGraphicFramePr>
              <a:graphicFrameLocks noChangeAspect="1"/>
            </p:cNvGraphicFramePr>
            <p:nvPr/>
          </p:nvGraphicFramePr>
          <p:xfrm>
            <a:off x="5305425" y="5202238"/>
            <a:ext cx="522288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0" imgH="190440" progId="Equation.3">
                    <p:embed/>
                  </p:oleObj>
                </mc:Choice>
                <mc:Fallback>
                  <p:oleObj name="Equation" r:id="rId14" imgW="164880" imgH="190440" progId="Equation.3">
                    <p:embed/>
                    <p:pic>
                      <p:nvPicPr>
                        <p:cNvPr id="13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5425" y="5202238"/>
                          <a:ext cx="522288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1" name="Rectangle 130"/>
            <p:cNvSpPr/>
            <p:nvPr/>
          </p:nvSpPr>
          <p:spPr>
            <a:xfrm>
              <a:off x="6602313" y="5115622"/>
              <a:ext cx="57606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J</a:t>
              </a:r>
              <a:r>
                <a:rPr lang="en-GB" baseline="-25000" dirty="0" err="1"/>
                <a:t>2</a:t>
              </a:r>
              <a:endParaRPr lang="en-GB" baseline="-25000" dirty="0"/>
            </a:p>
          </p:txBody>
        </p:sp>
        <p:cxnSp>
          <p:nvCxnSpPr>
            <p:cNvPr id="132" name="Straight Connector 131"/>
            <p:cNvCxnSpPr/>
            <p:nvPr/>
          </p:nvCxnSpPr>
          <p:spPr>
            <a:xfrm>
              <a:off x="6893078" y="5547670"/>
              <a:ext cx="0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/>
            <p:cNvSpPr/>
            <p:nvPr/>
          </p:nvSpPr>
          <p:spPr>
            <a:xfrm>
              <a:off x="6862635" y="4583851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4" name="Straight Connector 133"/>
            <p:cNvCxnSpPr/>
            <p:nvPr/>
          </p:nvCxnSpPr>
          <p:spPr>
            <a:xfrm>
              <a:off x="6890345" y="4611566"/>
              <a:ext cx="0" cy="50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>
              <a:off x="5998691" y="4611571"/>
              <a:ext cx="180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 rot="5400000">
              <a:off x="7808491" y="5096914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rot="5400000">
              <a:off x="7718786" y="5375242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rot="5400000">
              <a:off x="7430786" y="5375242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rot="5400000">
              <a:off x="7808491" y="5473804"/>
              <a:ext cx="0" cy="285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rot="5400000">
              <a:off x="7567835" y="5004501"/>
              <a:ext cx="4701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rot="5400000">
              <a:off x="7551091" y="5888724"/>
              <a:ext cx="514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7798739" y="4611566"/>
              <a:ext cx="0" cy="39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43" name="Object 16"/>
            <p:cNvGraphicFramePr>
              <a:graphicFrameLocks noChangeAspect="1"/>
            </p:cNvGraphicFramePr>
            <p:nvPr/>
          </p:nvGraphicFramePr>
          <p:xfrm>
            <a:off x="8042473" y="5201490"/>
            <a:ext cx="56197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7480" imgH="190440" progId="Equation.3">
                    <p:embed/>
                  </p:oleObj>
                </mc:Choice>
                <mc:Fallback>
                  <p:oleObj name="Equation" r:id="rId16" imgW="177480" imgH="190440" progId="Equation.3">
                    <p:embed/>
                    <p:pic>
                      <p:nvPicPr>
                        <p:cNvPr id="14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42473" y="5201490"/>
                          <a:ext cx="56197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" name="Oval 143"/>
            <p:cNvSpPr/>
            <p:nvPr/>
          </p:nvSpPr>
          <p:spPr>
            <a:xfrm>
              <a:off x="1475656" y="4583851"/>
              <a:ext cx="72008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45" name="Object 18"/>
            <p:cNvGraphicFramePr>
              <a:graphicFrameLocks noChangeAspect="1"/>
            </p:cNvGraphicFramePr>
            <p:nvPr/>
          </p:nvGraphicFramePr>
          <p:xfrm>
            <a:off x="3092450" y="4149725"/>
            <a:ext cx="5175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4880" imgH="190440" progId="Equation.3">
                    <p:embed/>
                  </p:oleObj>
                </mc:Choice>
                <mc:Fallback>
                  <p:oleObj name="Equation" r:id="rId18" imgW="164880" imgH="190440" progId="Equation.3">
                    <p:embed/>
                    <p:pic>
                      <p:nvPicPr>
                        <p:cNvPr id="145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2450" y="4149725"/>
                          <a:ext cx="5175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5" name="Group 154"/>
          <p:cNvGrpSpPr/>
          <p:nvPr/>
        </p:nvGrpSpPr>
        <p:grpSpPr>
          <a:xfrm>
            <a:off x="899592" y="1196752"/>
            <a:ext cx="7704856" cy="2198382"/>
            <a:chOff x="899592" y="1196752"/>
            <a:chExt cx="7704856" cy="2198382"/>
          </a:xfrm>
        </p:grpSpPr>
        <p:graphicFrame>
          <p:nvGraphicFramePr>
            <p:cNvPr id="114690" name="Object 2"/>
            <p:cNvGraphicFramePr>
              <a:graphicFrameLocks noChangeAspect="1"/>
            </p:cNvGraphicFramePr>
            <p:nvPr/>
          </p:nvGraphicFramePr>
          <p:xfrm>
            <a:off x="1451819" y="1808907"/>
            <a:ext cx="261937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39680" imgH="190440" progId="Equation.3">
                    <p:embed/>
                  </p:oleObj>
                </mc:Choice>
                <mc:Fallback>
                  <p:oleObj name="Equation" r:id="rId20" imgW="139680" imgH="190440" progId="Equation.3">
                    <p:embed/>
                    <p:pic>
                      <p:nvPicPr>
                        <p:cNvPr id="11469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819" y="1808907"/>
                          <a:ext cx="261937" cy="361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57" name="Object 5"/>
            <p:cNvGraphicFramePr>
              <a:graphicFrameLocks noChangeAspect="1"/>
            </p:cNvGraphicFramePr>
            <p:nvPr/>
          </p:nvGraphicFramePr>
          <p:xfrm>
            <a:off x="899592" y="2204864"/>
            <a:ext cx="279524" cy="2858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6720" imgH="139680" progId="Equation.3">
                    <p:embed/>
                  </p:oleObj>
                </mc:Choice>
                <mc:Fallback>
                  <p:oleObj name="Equation" r:id="rId22" imgW="126720" imgH="139680" progId="Equation.3">
                    <p:embed/>
                    <p:pic>
                      <p:nvPicPr>
                        <p:cNvPr id="17715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2204864"/>
                          <a:ext cx="279524" cy="2858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Arc 20"/>
            <p:cNvSpPr/>
            <p:nvPr/>
          </p:nvSpPr>
          <p:spPr>
            <a:xfrm rot="2706471">
              <a:off x="1054807" y="2144246"/>
              <a:ext cx="648072" cy="504056"/>
            </a:xfrm>
            <a:prstGeom prst="arc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Can 19"/>
            <p:cNvSpPr/>
            <p:nvPr/>
          </p:nvSpPr>
          <p:spPr>
            <a:xfrm rot="16200000" flipH="1">
              <a:off x="3815916" y="1592796"/>
              <a:ext cx="504056" cy="1584176"/>
            </a:xfrm>
            <a:prstGeom prst="ca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77158" name="Object 2"/>
            <p:cNvGraphicFramePr>
              <a:graphicFrameLocks noChangeAspect="1"/>
            </p:cNvGraphicFramePr>
            <p:nvPr/>
          </p:nvGraphicFramePr>
          <p:xfrm>
            <a:off x="3923928" y="2204864"/>
            <a:ext cx="285750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52280" imgH="190440" progId="Equation.3">
                    <p:embed/>
                  </p:oleObj>
                </mc:Choice>
                <mc:Fallback>
                  <p:oleObj name="Equation" r:id="rId24" imgW="152280" imgH="190440" progId="Equation.3">
                    <p:embed/>
                    <p:pic>
                      <p:nvPicPr>
                        <p:cNvPr id="17715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928" y="2204864"/>
                          <a:ext cx="285750" cy="360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" name="Straight Connector 12"/>
            <p:cNvCxnSpPr/>
            <p:nvPr/>
          </p:nvCxnSpPr>
          <p:spPr>
            <a:xfrm>
              <a:off x="3240208" y="2695065"/>
              <a:ext cx="3204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3" name="Group 97"/>
            <p:cNvGrpSpPr/>
            <p:nvPr/>
          </p:nvGrpSpPr>
          <p:grpSpPr>
            <a:xfrm>
              <a:off x="1273487" y="2160566"/>
              <a:ext cx="2057400" cy="304800"/>
              <a:chOff x="2063080" y="2406853"/>
              <a:chExt cx="2057400" cy="304800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" name="Group 86"/>
              <p:cNvGrpSpPr/>
              <p:nvPr/>
            </p:nvGrpSpPr>
            <p:grpSpPr>
              <a:xfrm>
                <a:off x="2063080" y="2406853"/>
                <a:ext cx="2057400" cy="304800"/>
                <a:chOff x="2063080" y="2406853"/>
                <a:chExt cx="2057400" cy="304800"/>
              </a:xfrm>
            </p:grpSpPr>
            <p:cxnSp>
              <p:nvCxnSpPr>
                <p:cNvPr id="17" name="Straight Connector 16"/>
                <p:cNvCxnSpPr/>
                <p:nvPr/>
              </p:nvCxnSpPr>
              <p:spPr>
                <a:xfrm>
                  <a:off x="2063080" y="2635453"/>
                  <a:ext cx="762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3739480" y="2635453"/>
                  <a:ext cx="381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aphicFrame>
          <p:nvGraphicFramePr>
            <p:cNvPr id="31" name="Object 30"/>
            <p:cNvGraphicFramePr>
              <a:graphicFrameLocks noChangeAspect="1"/>
            </p:cNvGraphicFramePr>
            <p:nvPr/>
          </p:nvGraphicFramePr>
          <p:xfrm>
            <a:off x="2267744" y="1700808"/>
            <a:ext cx="43973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39680" imgH="190440" progId="Equation.3">
                    <p:embed/>
                  </p:oleObj>
                </mc:Choice>
                <mc:Fallback>
                  <p:oleObj name="Equation" r:id="rId26" imgW="139680" imgH="190440" progId="Equation.3">
                    <p:embed/>
                    <p:pic>
                      <p:nvPicPr>
                        <p:cNvPr id="3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4" y="1700808"/>
                          <a:ext cx="439738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14"/>
            <p:cNvGraphicFramePr>
              <a:graphicFrameLocks noChangeAspect="1"/>
            </p:cNvGraphicFramePr>
            <p:nvPr/>
          </p:nvGraphicFramePr>
          <p:xfrm>
            <a:off x="5940152" y="2924944"/>
            <a:ext cx="5207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64880" imgH="190440" progId="Equation.3">
                    <p:embed/>
                  </p:oleObj>
                </mc:Choice>
                <mc:Fallback>
                  <p:oleObj name="Equation" r:id="rId28" imgW="164880" imgH="190440" progId="Equation.3">
                    <p:embed/>
                    <p:pic>
                      <p:nvPicPr>
                        <p:cNvPr id="53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152" y="2924944"/>
                          <a:ext cx="52070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Freeform 59"/>
            <p:cNvSpPr/>
            <p:nvPr/>
          </p:nvSpPr>
          <p:spPr>
            <a:xfrm>
              <a:off x="6444208" y="2636912"/>
              <a:ext cx="214745" cy="526473"/>
            </a:xfrm>
            <a:custGeom>
              <a:avLst/>
              <a:gdLst>
                <a:gd name="connsiteX0" fmla="*/ 0 w 214745"/>
                <a:gd name="connsiteY0" fmla="*/ 0 h 526473"/>
                <a:gd name="connsiteX1" fmla="*/ 207818 w 214745"/>
                <a:gd name="connsiteY1" fmla="*/ 152400 h 526473"/>
                <a:gd name="connsiteX2" fmla="*/ 41564 w 214745"/>
                <a:gd name="connsiteY2" fmla="*/ 526473 h 52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745" h="526473">
                  <a:moveTo>
                    <a:pt x="0" y="0"/>
                  </a:moveTo>
                  <a:cubicBezTo>
                    <a:pt x="100445" y="32327"/>
                    <a:pt x="200891" y="64655"/>
                    <a:pt x="207818" y="152400"/>
                  </a:cubicBezTo>
                  <a:cubicBezTo>
                    <a:pt x="214745" y="240145"/>
                    <a:pt x="128154" y="383309"/>
                    <a:pt x="41564" y="526473"/>
                  </a:cubicBez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61" name="Object 16"/>
            <p:cNvGraphicFramePr>
              <a:graphicFrameLocks noChangeAspect="1"/>
            </p:cNvGraphicFramePr>
            <p:nvPr/>
          </p:nvGraphicFramePr>
          <p:xfrm>
            <a:off x="4572000" y="1628800"/>
            <a:ext cx="56197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77480" imgH="190440" progId="Equation.3">
                    <p:embed/>
                  </p:oleObj>
                </mc:Choice>
                <mc:Fallback>
                  <p:oleObj name="Equation" r:id="rId30" imgW="177480" imgH="190440" progId="Equation.3">
                    <p:embed/>
                    <p:pic>
                      <p:nvPicPr>
                        <p:cNvPr id="6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1628800"/>
                          <a:ext cx="56197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Object 2"/>
            <p:cNvGraphicFramePr>
              <a:graphicFrameLocks noChangeAspect="1"/>
            </p:cNvGraphicFramePr>
            <p:nvPr/>
          </p:nvGraphicFramePr>
          <p:xfrm>
            <a:off x="7486650" y="1773238"/>
            <a:ext cx="536575" cy="40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77480" imgH="190440" progId="Equation.3">
                    <p:embed/>
                  </p:oleObj>
                </mc:Choice>
                <mc:Fallback>
                  <p:oleObj name="Equation" r:id="rId32" imgW="177480" imgH="190440" progId="Equation.3">
                    <p:embed/>
                    <p:pic>
                      <p:nvPicPr>
                        <p:cNvPr id="7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6650" y="1773238"/>
                          <a:ext cx="536575" cy="4079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" name="Object 14"/>
            <p:cNvGraphicFramePr>
              <a:graphicFrameLocks noChangeAspect="1"/>
            </p:cNvGraphicFramePr>
            <p:nvPr/>
          </p:nvGraphicFramePr>
          <p:xfrm>
            <a:off x="3120908" y="2966509"/>
            <a:ext cx="5207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64880" imgH="190440" progId="Equation.3">
                    <p:embed/>
                  </p:oleObj>
                </mc:Choice>
                <mc:Fallback>
                  <p:oleObj name="Equation" r:id="rId34" imgW="164880" imgH="190440" progId="Equation.3">
                    <p:embed/>
                    <p:pic>
                      <p:nvPicPr>
                        <p:cNvPr id="101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908" y="2966509"/>
                          <a:ext cx="52070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" name="Can 103"/>
            <p:cNvSpPr/>
            <p:nvPr/>
          </p:nvSpPr>
          <p:spPr>
            <a:xfrm rot="5400000">
              <a:off x="5402825" y="1592796"/>
              <a:ext cx="504056" cy="1584176"/>
            </a:xfrm>
            <a:prstGeom prst="ca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82292" name="Object 6"/>
            <p:cNvGraphicFramePr>
              <a:graphicFrameLocks noChangeAspect="1"/>
            </p:cNvGraphicFramePr>
            <p:nvPr/>
          </p:nvGraphicFramePr>
          <p:xfrm>
            <a:off x="5496769" y="2204195"/>
            <a:ext cx="309562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64880" imgH="190440" progId="Equation.3">
                    <p:embed/>
                  </p:oleObj>
                </mc:Choice>
                <mc:Fallback>
                  <p:oleObj name="Equation" r:id="rId36" imgW="164880" imgH="190440" progId="Equation.3">
                    <p:embed/>
                    <p:pic>
                      <p:nvPicPr>
                        <p:cNvPr id="18229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6769" y="2204195"/>
                          <a:ext cx="309562" cy="360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Object 2"/>
            <p:cNvGraphicFramePr>
              <a:graphicFrameLocks noChangeAspect="1"/>
            </p:cNvGraphicFramePr>
            <p:nvPr/>
          </p:nvGraphicFramePr>
          <p:xfrm>
            <a:off x="2917081" y="1772395"/>
            <a:ext cx="309563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64880" imgH="190440" progId="Equation.3">
                    <p:embed/>
                  </p:oleObj>
                </mc:Choice>
                <mc:Fallback>
                  <p:oleObj name="Equation" r:id="rId38" imgW="164880" imgH="190440" progId="Equation.3">
                    <p:embed/>
                    <p:pic>
                      <p:nvPicPr>
                        <p:cNvPr id="105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7081" y="1772395"/>
                          <a:ext cx="309563" cy="361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" name="Arc 105"/>
            <p:cNvSpPr/>
            <p:nvPr/>
          </p:nvSpPr>
          <p:spPr>
            <a:xfrm rot="2706471">
              <a:off x="2544577" y="2108155"/>
              <a:ext cx="648072" cy="504056"/>
            </a:xfrm>
            <a:prstGeom prst="arc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" name="Group 125"/>
            <p:cNvGrpSpPr/>
            <p:nvPr/>
          </p:nvGrpSpPr>
          <p:grpSpPr>
            <a:xfrm>
              <a:off x="8460432" y="1196752"/>
              <a:ext cx="144016" cy="1524000"/>
              <a:chOff x="8460432" y="4509120"/>
              <a:chExt cx="144016" cy="15240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8460432" y="4509120"/>
                <a:ext cx="0" cy="1524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 flipH="1">
                <a:off x="8460432" y="4581128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 flipH="1">
                <a:off x="8460432" y="4852572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 flipH="1">
                <a:off x="8460432" y="5085184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 flipH="1">
                <a:off x="8460432" y="5373216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 flipH="1">
                <a:off x="8460432" y="5630805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flipH="1">
                <a:off x="8460432" y="5877272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27" name="Object 2"/>
            <p:cNvGraphicFramePr>
              <a:graphicFrameLocks noChangeAspect="1"/>
            </p:cNvGraphicFramePr>
            <p:nvPr/>
          </p:nvGraphicFramePr>
          <p:xfrm>
            <a:off x="6600825" y="1845420"/>
            <a:ext cx="285750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52280" imgH="190440" progId="Equation.3">
                    <p:embed/>
                  </p:oleObj>
                </mc:Choice>
                <mc:Fallback>
                  <p:oleObj name="Equation" r:id="rId40" imgW="152280" imgH="190440" progId="Equation.3">
                    <p:embed/>
                    <p:pic>
                      <p:nvPicPr>
                        <p:cNvPr id="127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0825" y="1845420"/>
                          <a:ext cx="285750" cy="361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" name="Arc 127"/>
            <p:cNvSpPr/>
            <p:nvPr/>
          </p:nvSpPr>
          <p:spPr>
            <a:xfrm rot="2706471">
              <a:off x="6216985" y="2180584"/>
              <a:ext cx="648072" cy="504056"/>
            </a:xfrm>
            <a:prstGeom prst="arc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reeform 128"/>
            <p:cNvSpPr/>
            <p:nvPr/>
          </p:nvSpPr>
          <p:spPr>
            <a:xfrm flipH="1">
              <a:off x="2987824" y="2636912"/>
              <a:ext cx="214745" cy="526473"/>
            </a:xfrm>
            <a:custGeom>
              <a:avLst/>
              <a:gdLst>
                <a:gd name="connsiteX0" fmla="*/ 0 w 214745"/>
                <a:gd name="connsiteY0" fmla="*/ 0 h 526473"/>
                <a:gd name="connsiteX1" fmla="*/ 207818 w 214745"/>
                <a:gd name="connsiteY1" fmla="*/ 152400 h 526473"/>
                <a:gd name="connsiteX2" fmla="*/ 41564 w 214745"/>
                <a:gd name="connsiteY2" fmla="*/ 526473 h 52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745" h="526473">
                  <a:moveTo>
                    <a:pt x="0" y="0"/>
                  </a:moveTo>
                  <a:cubicBezTo>
                    <a:pt x="100445" y="32327"/>
                    <a:pt x="200891" y="64655"/>
                    <a:pt x="207818" y="152400"/>
                  </a:cubicBezTo>
                  <a:cubicBezTo>
                    <a:pt x="214745" y="240145"/>
                    <a:pt x="128154" y="383309"/>
                    <a:pt x="41564" y="526473"/>
                  </a:cubicBezTo>
                </a:path>
              </a:pathLst>
            </a:cu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47" name="Group 146"/>
            <p:cNvGrpSpPr/>
            <p:nvPr/>
          </p:nvGrpSpPr>
          <p:grpSpPr>
            <a:xfrm>
              <a:off x="7100722" y="2246429"/>
              <a:ext cx="1332000" cy="288000"/>
              <a:chOff x="4658097" y="4467555"/>
              <a:chExt cx="1332000" cy="288000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>
                <a:off x="5128215" y="4470262"/>
                <a:ext cx="0" cy="285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5028838" y="4467555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>
                <a:off x="5028838" y="4755555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/>
              <p:cNvCxnSpPr/>
              <p:nvPr/>
            </p:nvCxnSpPr>
            <p:spPr>
              <a:xfrm>
                <a:off x="5505105" y="4470262"/>
                <a:ext cx="0" cy="285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>
                <a:off x="4658097" y="4618506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5519979" y="4612909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Connector 153"/>
            <p:cNvCxnSpPr/>
            <p:nvPr/>
          </p:nvCxnSpPr>
          <p:spPr>
            <a:xfrm>
              <a:off x="6394254" y="2390445"/>
              <a:ext cx="76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92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673224" y="187152"/>
            <a:ext cx="8291264" cy="57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Example-13</a:t>
            </a:r>
          </a:p>
        </p:txBody>
      </p:sp>
      <p:grpSp>
        <p:nvGrpSpPr>
          <p:cNvPr id="188" name="Group 187"/>
          <p:cNvGrpSpPr/>
          <p:nvPr/>
        </p:nvGrpSpPr>
        <p:grpSpPr>
          <a:xfrm>
            <a:off x="899592" y="2598770"/>
            <a:ext cx="7469321" cy="1748936"/>
            <a:chOff x="899592" y="2598770"/>
            <a:chExt cx="7469321" cy="1748936"/>
          </a:xfrm>
        </p:grpSpPr>
        <p:sp>
          <p:nvSpPr>
            <p:cNvPr id="104" name="Can 103"/>
            <p:cNvSpPr/>
            <p:nvPr/>
          </p:nvSpPr>
          <p:spPr>
            <a:xfrm rot="5400000">
              <a:off x="5402825" y="2994814"/>
              <a:ext cx="504056" cy="1584176"/>
            </a:xfrm>
            <a:prstGeom prst="ca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Can 19"/>
            <p:cNvSpPr/>
            <p:nvPr/>
          </p:nvSpPr>
          <p:spPr>
            <a:xfrm rot="16200000" flipH="1">
              <a:off x="2859921" y="2994814"/>
              <a:ext cx="504056" cy="1584176"/>
            </a:xfrm>
            <a:prstGeom prst="ca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59" name="Group 146"/>
            <p:cNvGrpSpPr/>
            <p:nvPr/>
          </p:nvGrpSpPr>
          <p:grpSpPr>
            <a:xfrm>
              <a:off x="3890752" y="3816750"/>
              <a:ext cx="989187" cy="216024"/>
              <a:chOff x="4768937" y="4467555"/>
              <a:chExt cx="989187" cy="288000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>
                <a:off x="5128215" y="4470262"/>
                <a:ext cx="0" cy="285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/>
            </p:nvCxnSpPr>
            <p:spPr>
              <a:xfrm>
                <a:off x="5028838" y="4467555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/>
              <p:cNvCxnSpPr/>
              <p:nvPr/>
            </p:nvCxnSpPr>
            <p:spPr>
              <a:xfrm>
                <a:off x="5028838" y="4755555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>
                <a:off x="5505105" y="4470262"/>
                <a:ext cx="0" cy="285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>
                <a:off x="4768937" y="4618506"/>
                <a:ext cx="36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/>
              <p:nvPr/>
            </p:nvCxnSpPr>
            <p:spPr>
              <a:xfrm>
                <a:off x="5506124" y="4612910"/>
                <a:ext cx="252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14690" name="Object 2"/>
            <p:cNvGraphicFramePr>
              <a:graphicFrameLocks noChangeAspect="1"/>
            </p:cNvGraphicFramePr>
            <p:nvPr/>
          </p:nvGraphicFramePr>
          <p:xfrm>
            <a:off x="2627784" y="2852936"/>
            <a:ext cx="261937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90440" progId="Equation.3">
                    <p:embed/>
                  </p:oleObj>
                </mc:Choice>
                <mc:Fallback>
                  <p:oleObj name="Equation" r:id="rId2" imgW="139680" imgH="190440" progId="Equation.3">
                    <p:embed/>
                    <p:pic>
                      <p:nvPicPr>
                        <p:cNvPr id="11469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7784" y="2852936"/>
                          <a:ext cx="261937" cy="361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57" name="Object 5"/>
            <p:cNvGraphicFramePr>
              <a:graphicFrameLocks noChangeAspect="1"/>
            </p:cNvGraphicFramePr>
            <p:nvPr/>
          </p:nvGraphicFramePr>
          <p:xfrm>
            <a:off x="4932040" y="3140968"/>
            <a:ext cx="279524" cy="2858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39680" progId="Equation.3">
                    <p:embed/>
                  </p:oleObj>
                </mc:Choice>
                <mc:Fallback>
                  <p:oleObj name="Equation" r:id="rId4" imgW="126720" imgH="139680" progId="Equation.3">
                    <p:embed/>
                    <p:pic>
                      <p:nvPicPr>
                        <p:cNvPr id="17715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040" y="3140968"/>
                          <a:ext cx="279524" cy="2858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58" name="Object 2"/>
            <p:cNvGraphicFramePr>
              <a:graphicFrameLocks noChangeAspect="1"/>
            </p:cNvGraphicFramePr>
            <p:nvPr/>
          </p:nvGraphicFramePr>
          <p:xfrm>
            <a:off x="2967933" y="3606882"/>
            <a:ext cx="285750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80" imgH="190440" progId="Equation.3">
                    <p:embed/>
                  </p:oleObj>
                </mc:Choice>
                <mc:Fallback>
                  <p:oleObj name="Equation" r:id="rId6" imgW="152280" imgH="190440" progId="Equation.3">
                    <p:embed/>
                    <p:pic>
                      <p:nvPicPr>
                        <p:cNvPr id="17715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7933" y="3606882"/>
                          <a:ext cx="285750" cy="360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" name="Straight Connector 12"/>
            <p:cNvCxnSpPr/>
            <p:nvPr/>
          </p:nvCxnSpPr>
          <p:spPr>
            <a:xfrm>
              <a:off x="3240208" y="4097083"/>
              <a:ext cx="3204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8" name="Group 97"/>
            <p:cNvGrpSpPr/>
            <p:nvPr/>
          </p:nvGrpSpPr>
          <p:grpSpPr>
            <a:xfrm>
              <a:off x="3890753" y="3559161"/>
              <a:ext cx="989806" cy="141283"/>
              <a:chOff x="2615151" y="2406853"/>
              <a:chExt cx="1412880" cy="304800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Group 86"/>
              <p:cNvGrpSpPr/>
              <p:nvPr/>
            </p:nvGrpSpPr>
            <p:grpSpPr>
              <a:xfrm>
                <a:off x="2615151" y="2406853"/>
                <a:ext cx="1412880" cy="304800"/>
                <a:chOff x="2615151" y="2406853"/>
                <a:chExt cx="1412880" cy="304800"/>
              </a:xfrm>
            </p:grpSpPr>
            <p:cxnSp>
              <p:nvCxnSpPr>
                <p:cNvPr id="17" name="Straight Connector 16"/>
                <p:cNvCxnSpPr/>
                <p:nvPr/>
              </p:nvCxnSpPr>
              <p:spPr>
                <a:xfrm>
                  <a:off x="2615151" y="2605562"/>
                  <a:ext cx="25693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3719705" y="2635452"/>
                  <a:ext cx="308326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aphicFrame>
          <p:nvGraphicFramePr>
            <p:cNvPr id="31" name="Object 30"/>
            <p:cNvGraphicFramePr>
              <a:graphicFrameLocks noChangeAspect="1"/>
            </p:cNvGraphicFramePr>
            <p:nvPr/>
          </p:nvGraphicFramePr>
          <p:xfrm>
            <a:off x="4139952" y="3068960"/>
            <a:ext cx="43973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90440" progId="Equation.3">
                    <p:embed/>
                  </p:oleObj>
                </mc:Choice>
                <mc:Fallback>
                  <p:oleObj name="Equation" r:id="rId8" imgW="139680" imgH="190440" progId="Equation.3">
                    <p:embed/>
                    <p:pic>
                      <p:nvPicPr>
                        <p:cNvPr id="3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952" y="3068960"/>
                          <a:ext cx="439738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16"/>
            <p:cNvGraphicFramePr>
              <a:graphicFrameLocks noChangeAspect="1"/>
            </p:cNvGraphicFramePr>
            <p:nvPr/>
          </p:nvGraphicFramePr>
          <p:xfrm>
            <a:off x="4270113" y="3768722"/>
            <a:ext cx="417959" cy="3187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190440" progId="Equation.3">
                    <p:embed/>
                  </p:oleObj>
                </mc:Choice>
                <mc:Fallback>
                  <p:oleObj name="Equation" r:id="rId10" imgW="177480" imgH="190440" progId="Equation.3">
                    <p:embed/>
                    <p:pic>
                      <p:nvPicPr>
                        <p:cNvPr id="6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0113" y="3768722"/>
                          <a:ext cx="417959" cy="3187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2292" name="Object 6"/>
            <p:cNvGraphicFramePr>
              <a:graphicFrameLocks noChangeAspect="1"/>
            </p:cNvGraphicFramePr>
            <p:nvPr/>
          </p:nvGraphicFramePr>
          <p:xfrm>
            <a:off x="5496769" y="3606213"/>
            <a:ext cx="309562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190440" progId="Equation.3">
                    <p:embed/>
                  </p:oleObj>
                </mc:Choice>
                <mc:Fallback>
                  <p:oleObj name="Equation" r:id="rId12" imgW="164880" imgH="190440" progId="Equation.3">
                    <p:embed/>
                    <p:pic>
                      <p:nvPicPr>
                        <p:cNvPr id="18229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6769" y="3606213"/>
                          <a:ext cx="309562" cy="360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Object 2"/>
            <p:cNvGraphicFramePr>
              <a:graphicFrameLocks noChangeAspect="1"/>
            </p:cNvGraphicFramePr>
            <p:nvPr/>
          </p:nvGraphicFramePr>
          <p:xfrm>
            <a:off x="6156176" y="2996952"/>
            <a:ext cx="309563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0" imgH="190440" progId="Equation.3">
                    <p:embed/>
                  </p:oleObj>
                </mc:Choice>
                <mc:Fallback>
                  <p:oleObj name="Equation" r:id="rId14" imgW="164880" imgH="190440" progId="Equation.3">
                    <p:embed/>
                    <p:pic>
                      <p:nvPicPr>
                        <p:cNvPr id="105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176" y="2996952"/>
                          <a:ext cx="309563" cy="361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125"/>
            <p:cNvGrpSpPr/>
            <p:nvPr/>
          </p:nvGrpSpPr>
          <p:grpSpPr>
            <a:xfrm>
              <a:off x="8224897" y="2598770"/>
              <a:ext cx="144016" cy="1524000"/>
              <a:chOff x="8460432" y="4509120"/>
              <a:chExt cx="144016" cy="15240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8460432" y="4509120"/>
                <a:ext cx="0" cy="1524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 flipH="1">
                <a:off x="8460432" y="4581128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 flipH="1">
                <a:off x="8460432" y="4852572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 flipH="1">
                <a:off x="8460432" y="5085184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 flipH="1">
                <a:off x="8460432" y="5373216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 flipH="1">
                <a:off x="8460432" y="5630805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flipH="1">
                <a:off x="8460432" y="5877272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46"/>
            <p:cNvGrpSpPr/>
            <p:nvPr/>
          </p:nvGrpSpPr>
          <p:grpSpPr>
            <a:xfrm>
              <a:off x="1023717" y="3642291"/>
              <a:ext cx="1332000" cy="288000"/>
              <a:chOff x="4658097" y="4467555"/>
              <a:chExt cx="1332000" cy="288000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>
                <a:off x="5128215" y="4470262"/>
                <a:ext cx="0" cy="285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5028838" y="4467555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>
                <a:off x="5028838" y="4755555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/>
              <p:cNvCxnSpPr/>
              <p:nvPr/>
            </p:nvCxnSpPr>
            <p:spPr>
              <a:xfrm>
                <a:off x="5505105" y="4470262"/>
                <a:ext cx="0" cy="2852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>
                <a:off x="4658097" y="4618506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5519979" y="4612909"/>
                <a:ext cx="4701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Connector 153"/>
            <p:cNvCxnSpPr/>
            <p:nvPr/>
          </p:nvCxnSpPr>
          <p:spPr>
            <a:xfrm>
              <a:off x="6394254" y="3792463"/>
              <a:ext cx="76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6" name="Group 97"/>
            <p:cNvGrpSpPr/>
            <p:nvPr/>
          </p:nvGrpSpPr>
          <p:grpSpPr>
            <a:xfrm>
              <a:off x="7020272" y="3703177"/>
              <a:ext cx="1179259" cy="141283"/>
              <a:chOff x="2437165" y="2406853"/>
              <a:chExt cx="1683315" cy="304800"/>
            </a:xfrm>
          </p:grpSpPr>
          <p:cxnSp>
            <p:nvCxnSpPr>
              <p:cNvPr id="167" name="Straight Connector 166"/>
              <p:cNvCxnSpPr/>
              <p:nvPr/>
            </p:nvCxnSpPr>
            <p:spPr>
              <a:xfrm flipV="1">
                <a:off x="3282280" y="2406853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8" name="Group 86"/>
              <p:cNvGrpSpPr/>
              <p:nvPr/>
            </p:nvGrpSpPr>
            <p:grpSpPr>
              <a:xfrm>
                <a:off x="2437165" y="2406853"/>
                <a:ext cx="1683315" cy="304800"/>
                <a:chOff x="2437165" y="2406853"/>
                <a:chExt cx="1683315" cy="304800"/>
              </a:xfrm>
            </p:grpSpPr>
            <p:cxnSp>
              <p:nvCxnSpPr>
                <p:cNvPr id="169" name="Straight Connector 168"/>
                <p:cNvCxnSpPr/>
                <p:nvPr/>
              </p:nvCxnSpPr>
              <p:spPr>
                <a:xfrm>
                  <a:off x="2437165" y="2605562"/>
                  <a:ext cx="396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/>
                <p:cNvCxnSpPr/>
                <p:nvPr/>
              </p:nvCxnSpPr>
              <p:spPr>
                <a:xfrm flipV="1">
                  <a:off x="2825080" y="2406853"/>
                  <a:ext cx="22860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/>
                <p:cNvCxnSpPr/>
                <p:nvPr/>
              </p:nvCxnSpPr>
              <p:spPr>
                <a:xfrm>
                  <a:off x="30536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/>
                <p:cNvCxnSpPr/>
                <p:nvPr/>
              </p:nvCxnSpPr>
              <p:spPr>
                <a:xfrm flipV="1">
                  <a:off x="30536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/>
              </p:nvCxnSpPr>
              <p:spPr>
                <a:xfrm>
                  <a:off x="32822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/>
                <p:cNvCxnSpPr/>
                <p:nvPr/>
              </p:nvCxnSpPr>
              <p:spPr>
                <a:xfrm>
                  <a:off x="3510880" y="2406853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/>
              </p:nvCxnSpPr>
              <p:spPr>
                <a:xfrm flipV="1">
                  <a:off x="3510880" y="2406853"/>
                  <a:ext cx="228600" cy="304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/>
                <p:cNvCxnSpPr/>
                <p:nvPr/>
              </p:nvCxnSpPr>
              <p:spPr>
                <a:xfrm>
                  <a:off x="3739480" y="2406853"/>
                  <a:ext cx="0" cy="228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3739480" y="2635453"/>
                  <a:ext cx="381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aphicFrame>
          <p:nvGraphicFramePr>
            <p:cNvPr id="185366" name="Object 5"/>
            <p:cNvGraphicFramePr>
              <a:graphicFrameLocks noChangeAspect="1"/>
            </p:cNvGraphicFramePr>
            <p:nvPr/>
          </p:nvGraphicFramePr>
          <p:xfrm>
            <a:off x="7505700" y="3141663"/>
            <a:ext cx="47942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280" imgH="190440" progId="Equation.3">
                    <p:embed/>
                  </p:oleObj>
                </mc:Choice>
                <mc:Fallback>
                  <p:oleObj name="Equation" r:id="rId16" imgW="152280" imgH="190440" progId="Equation.3">
                    <p:embed/>
                    <p:pic>
                      <p:nvPicPr>
                        <p:cNvPr id="18536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5700" y="3141663"/>
                          <a:ext cx="479425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Arc 20"/>
            <p:cNvSpPr/>
            <p:nvPr/>
          </p:nvSpPr>
          <p:spPr>
            <a:xfrm rot="8093529" flipV="1">
              <a:off x="4968149" y="3278667"/>
              <a:ext cx="1189341" cy="948737"/>
            </a:xfrm>
            <a:prstGeom prst="arc">
              <a:avLst>
                <a:gd name="adj1" fmla="val 16200000"/>
                <a:gd name="adj2" fmla="val 1910251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Arc 177"/>
            <p:cNvSpPr/>
            <p:nvPr/>
          </p:nvSpPr>
          <p:spPr>
            <a:xfrm rot="8093529" flipV="1">
              <a:off x="6032611" y="3223248"/>
              <a:ext cx="1189341" cy="948737"/>
            </a:xfrm>
            <a:prstGeom prst="arc">
              <a:avLst>
                <a:gd name="adj1" fmla="val 16200000"/>
                <a:gd name="adj2" fmla="val 1910251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Arc 178"/>
            <p:cNvSpPr/>
            <p:nvPr/>
          </p:nvSpPr>
          <p:spPr>
            <a:xfrm rot="8093529" flipV="1">
              <a:off x="2542409" y="3123529"/>
              <a:ext cx="1189341" cy="948737"/>
            </a:xfrm>
            <a:prstGeom prst="arc">
              <a:avLst>
                <a:gd name="adj1" fmla="val 16200000"/>
                <a:gd name="adj2" fmla="val 1910251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80" name="Group 125"/>
            <p:cNvGrpSpPr/>
            <p:nvPr/>
          </p:nvGrpSpPr>
          <p:grpSpPr>
            <a:xfrm flipH="1">
              <a:off x="899592" y="2654185"/>
              <a:ext cx="144016" cy="1524000"/>
              <a:chOff x="8460432" y="4509120"/>
              <a:chExt cx="144016" cy="1524000"/>
            </a:xfrm>
          </p:grpSpPr>
          <p:cxnSp>
            <p:nvCxnSpPr>
              <p:cNvPr id="181" name="Straight Connector 180"/>
              <p:cNvCxnSpPr/>
              <p:nvPr/>
            </p:nvCxnSpPr>
            <p:spPr>
              <a:xfrm>
                <a:off x="8460432" y="4509120"/>
                <a:ext cx="0" cy="1524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>
              <a:xfrm flipH="1">
                <a:off x="8460432" y="4581128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>
              <a:xfrm flipH="1">
                <a:off x="8460432" y="4852572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 flipH="1">
                <a:off x="8460432" y="5085184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 flipH="1">
                <a:off x="8460432" y="5373216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>
              <a:xfrm flipH="1">
                <a:off x="8460432" y="5630805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>
              <a:xfrm flipH="1">
                <a:off x="8460432" y="5877272"/>
                <a:ext cx="144016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61</a:t>
            </a:fld>
            <a:endParaRPr lang="en-GB"/>
          </a:p>
        </p:txBody>
      </p:sp>
      <p:graphicFrame>
        <p:nvGraphicFramePr>
          <p:cNvPr id="7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138420"/>
              </p:ext>
            </p:extLst>
          </p:nvPr>
        </p:nvGraphicFramePr>
        <p:xfrm>
          <a:off x="1466850" y="3608388"/>
          <a:ext cx="4191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7480" imgH="215640" progId="Equation.3">
                  <p:embed/>
                </p:oleObj>
              </mc:Choice>
              <mc:Fallback>
                <p:oleObj name="Equation" r:id="rId18" imgW="177480" imgH="215640" progId="Equation.3">
                  <p:embed/>
                  <p:pic>
                    <p:nvPicPr>
                      <p:cNvPr id="7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3608388"/>
                        <a:ext cx="41910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99493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400" dirty="0"/>
              <a:t>Mechanical Linkages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Part-III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8587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008112"/>
          </a:xfrm>
        </p:spPr>
        <p:txBody>
          <a:bodyPr/>
          <a:lstStyle/>
          <a:p>
            <a:r>
              <a:rPr lang="en-GB" dirty="0"/>
              <a:t>Gear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1520" y="1268761"/>
            <a:ext cx="5976664" cy="3384376"/>
          </a:xfrm>
        </p:spPr>
        <p:txBody>
          <a:bodyPr>
            <a:normAutofit/>
          </a:bodyPr>
          <a:lstStyle/>
          <a:p>
            <a:pPr algn="just"/>
            <a:r>
              <a:rPr lang="en-GB" sz="2800" b="1" dirty="0">
                <a:solidFill>
                  <a:srgbClr val="FF0000"/>
                </a:solidFill>
              </a:rPr>
              <a:t>Gear</a:t>
            </a:r>
            <a:r>
              <a:rPr lang="en-GB" sz="2800" dirty="0"/>
              <a:t> is a toothed machine part, such as a wheel or cylinder, that meshes with another toothed part to transmit motion or to change speed or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63</a:t>
            </a:fld>
            <a:endParaRPr lang="en-GB"/>
          </a:p>
        </p:txBody>
      </p:sp>
      <p:pic>
        <p:nvPicPr>
          <p:cNvPr id="7" name="Picture 6" descr="gear-wor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76256" y="4077072"/>
            <a:ext cx="1891928" cy="2043282"/>
          </a:xfrm>
          <a:prstGeom prst="rect">
            <a:avLst/>
          </a:prstGeom>
        </p:spPr>
      </p:pic>
      <p:pic>
        <p:nvPicPr>
          <p:cNvPr id="8" name="Picture 7" descr="rack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6200000">
            <a:off x="4174735" y="3394218"/>
            <a:ext cx="1114903" cy="3344708"/>
          </a:xfrm>
          <a:prstGeom prst="rect">
            <a:avLst/>
          </a:prstGeom>
        </p:spPr>
      </p:pic>
      <p:pic>
        <p:nvPicPr>
          <p:cNvPr id="9" name="Picture 8" descr="spur_gea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4005064"/>
            <a:ext cx="1841129" cy="2009031"/>
          </a:xfrm>
          <a:prstGeom prst="rect">
            <a:avLst/>
          </a:prstGeom>
        </p:spPr>
      </p:pic>
      <p:pic>
        <p:nvPicPr>
          <p:cNvPr id="11" name="Picture 10" descr="gears-turning-slowly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20272" y="1916832"/>
            <a:ext cx="14859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316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7800"/>
            <a:ext cx="7772400" cy="954360"/>
          </a:xfrm>
        </p:spPr>
        <p:txBody>
          <a:bodyPr/>
          <a:lstStyle/>
          <a:p>
            <a:r>
              <a:rPr lang="en-US" dirty="0"/>
              <a:t>Fundamental Properties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96" y="1124744"/>
            <a:ext cx="8964488" cy="4752528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The two gears turn in opposite directions: one clockwise and the other counterclockwise. </a:t>
            </a:r>
          </a:p>
          <a:p>
            <a:pPr algn="just">
              <a:lnSpc>
                <a:spcPct val="90000"/>
              </a:lnSpc>
            </a:pPr>
            <a:endParaRPr lang="en-US" sz="2000" dirty="0">
              <a:cs typeface="Times New Roman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Two gears revolve at different speeds when number of teeth on each gear are different. </a:t>
            </a:r>
          </a:p>
          <a:p>
            <a:pPr algn="just">
              <a:lnSpc>
                <a:spcPct val="90000"/>
              </a:lnSpc>
            </a:pPr>
            <a:endParaRPr lang="en-US" sz="2600" dirty="0">
              <a:cs typeface="Times New Roman" pitchFamily="18" charset="0"/>
            </a:endParaRPr>
          </a:p>
        </p:txBody>
      </p:sp>
      <p:pic>
        <p:nvPicPr>
          <p:cNvPr id="5" name="Picture 4" descr="original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5736" y="3501008"/>
            <a:ext cx="4699011" cy="245554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3608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72400" cy="1143000"/>
          </a:xfrm>
        </p:spPr>
        <p:txBody>
          <a:bodyPr/>
          <a:lstStyle/>
          <a:p>
            <a:r>
              <a:rPr lang="en-US"/>
              <a:t>Gear Ratio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5105400" cy="47244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sz="2200" dirty="0">
                <a:cs typeface="Times New Roman" pitchFamily="18" charset="0"/>
              </a:rPr>
              <a:t>You can calculate the </a:t>
            </a:r>
            <a:r>
              <a:rPr lang="en-US" sz="2200" b="1" dirty="0">
                <a:cs typeface="Times New Roman" pitchFamily="18" charset="0"/>
              </a:rPr>
              <a:t>gear ratio</a:t>
            </a:r>
            <a:r>
              <a:rPr lang="en-US" sz="2200" dirty="0">
                <a:cs typeface="Times New Roman" pitchFamily="18" charset="0"/>
              </a:rPr>
              <a:t> by using the number of teeth of the </a:t>
            </a:r>
            <a:r>
              <a:rPr lang="en-US" sz="2200" i="1" dirty="0">
                <a:solidFill>
                  <a:srgbClr val="FF0000"/>
                </a:solidFill>
                <a:cs typeface="Times New Roman" pitchFamily="18" charset="0"/>
              </a:rPr>
              <a:t>driver</a:t>
            </a:r>
            <a:r>
              <a:rPr lang="en-US" sz="2200" dirty="0">
                <a:cs typeface="Times New Roman" pitchFamily="18" charset="0"/>
              </a:rPr>
              <a:t> divided by the number of teeth of the </a:t>
            </a:r>
            <a:r>
              <a:rPr lang="en-US" sz="2200" i="1" dirty="0">
                <a:solidFill>
                  <a:srgbClr val="FF0000"/>
                </a:solidFill>
                <a:cs typeface="Times New Roman" pitchFamily="18" charset="0"/>
              </a:rPr>
              <a:t>follower</a:t>
            </a:r>
            <a:r>
              <a:rPr lang="en-US" sz="2200" dirty="0">
                <a:cs typeface="Times New Roman" pitchFamily="18" charset="0"/>
              </a:rPr>
              <a:t>.</a:t>
            </a:r>
          </a:p>
          <a:p>
            <a:pPr algn="just">
              <a:lnSpc>
                <a:spcPct val="80000"/>
              </a:lnSpc>
            </a:pPr>
            <a:endParaRPr lang="en-US" sz="2200" dirty="0"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2200" dirty="0">
                <a:cs typeface="Times New Roman" pitchFamily="18" charset="0"/>
              </a:rPr>
              <a:t>We </a:t>
            </a:r>
            <a:r>
              <a:rPr lang="en-US" sz="2200" i="1" dirty="0">
                <a:solidFill>
                  <a:srgbClr val="FF0000"/>
                </a:solidFill>
                <a:cs typeface="Times New Roman" pitchFamily="18" charset="0"/>
              </a:rPr>
              <a:t>gear up </a:t>
            </a:r>
            <a:r>
              <a:rPr lang="en-US" sz="2200" dirty="0">
                <a:cs typeface="Times New Roman" pitchFamily="18" charset="0"/>
              </a:rPr>
              <a:t>when we increase velocity and decrease torque</a:t>
            </a:r>
            <a:r>
              <a:rPr lang="en-US" sz="2200" dirty="0"/>
              <a:t>. 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/>
              <a:t>	Ratio: 3:1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200" dirty="0"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2200" dirty="0">
                <a:cs typeface="Times New Roman" pitchFamily="18" charset="0"/>
              </a:rPr>
              <a:t>We </a:t>
            </a:r>
            <a:r>
              <a:rPr lang="en-US" sz="2200" i="1" dirty="0">
                <a:solidFill>
                  <a:srgbClr val="FF0000"/>
                </a:solidFill>
                <a:cs typeface="Times New Roman" pitchFamily="18" charset="0"/>
              </a:rPr>
              <a:t>gear down </a:t>
            </a:r>
            <a:r>
              <a:rPr lang="en-US" sz="2200" dirty="0">
                <a:cs typeface="Times New Roman" pitchFamily="18" charset="0"/>
              </a:rPr>
              <a:t>when we increase torque and reduce velocity.</a:t>
            </a:r>
            <a:r>
              <a:rPr lang="en-US" sz="2200" dirty="0"/>
              <a:t> 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/>
              <a:t>	Ratio: 1:3</a:t>
            </a:r>
          </a:p>
          <a:p>
            <a:pPr algn="just">
              <a:lnSpc>
                <a:spcPct val="80000"/>
              </a:lnSpc>
            </a:pPr>
            <a:endParaRPr lang="en-US" sz="2200" dirty="0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321945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321945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467544" y="5661248"/>
            <a:ext cx="83756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charset="0"/>
              </a:rPr>
              <a:t>Gear Ratio = # teeth input gear / # teeth output gear </a:t>
            </a:r>
          </a:p>
          <a:p>
            <a:r>
              <a:rPr lang="en-US" sz="2400" b="1" dirty="0">
                <a:latin typeface="Arial" charset="0"/>
              </a:rPr>
              <a:t>                   = torque in / torque out = speed out / speed in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796136" y="1914128"/>
            <a:ext cx="3022154" cy="2667000"/>
            <a:chOff x="5796136" y="1914128"/>
            <a:chExt cx="3022154" cy="2667000"/>
          </a:xfrm>
        </p:grpSpPr>
        <p:pic>
          <p:nvPicPr>
            <p:cNvPr id="41992" name="Picture 8" descr="gear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549752" y="1914128"/>
              <a:ext cx="2268538" cy="2667000"/>
            </a:xfrm>
            <a:prstGeom prst="rect">
              <a:avLst/>
            </a:prstGeom>
            <a:noFill/>
          </p:spPr>
        </p:pic>
        <p:sp>
          <p:nvSpPr>
            <p:cNvPr id="41994" name="Text Box 10"/>
            <p:cNvSpPr txBox="1">
              <a:spLocks noChangeArrowheads="1"/>
            </p:cNvSpPr>
            <p:nvPr/>
          </p:nvSpPr>
          <p:spPr bwMode="auto">
            <a:xfrm>
              <a:off x="5796136" y="2996952"/>
              <a:ext cx="99450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Follower</a:t>
              </a:r>
            </a:p>
          </p:txBody>
        </p:sp>
        <p:sp>
          <p:nvSpPr>
            <p:cNvPr id="41995" name="Text Box 11"/>
            <p:cNvSpPr txBox="1">
              <a:spLocks noChangeArrowheads="1"/>
            </p:cNvSpPr>
            <p:nvPr/>
          </p:nvSpPr>
          <p:spPr bwMode="auto">
            <a:xfrm>
              <a:off x="7596336" y="2636912"/>
              <a:ext cx="7579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Driver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9295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>
            <a:normAutofit/>
          </a:bodyPr>
          <a:lstStyle/>
          <a:p>
            <a:r>
              <a:rPr lang="en-GB" sz="3600" dirty="0"/>
              <a:t>Mathematical Modeling of Gear 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Gears increase or reduce angular velocity (while simultaneously decreasing or increasing torque, such that energy is conserved).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66</a:t>
            </a:fld>
            <a:endParaRPr lang="en-GB"/>
          </a:p>
        </p:txBody>
      </p:sp>
      <p:pic>
        <p:nvPicPr>
          <p:cNvPr id="5" name="Picture 4" descr="gear-train.png"/>
          <p:cNvPicPr>
            <a:picLocks noChangeAspect="1"/>
          </p:cNvPicPr>
          <p:nvPr/>
        </p:nvPicPr>
        <p:blipFill>
          <a:blip r:embed="rId2" cstate="print"/>
          <a:srcRect b="6787"/>
          <a:stretch>
            <a:fillRect/>
          </a:stretch>
        </p:blipFill>
        <p:spPr>
          <a:xfrm>
            <a:off x="5313721" y="3212976"/>
            <a:ext cx="3816424" cy="2361956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187624" y="3068960"/>
          <a:ext cx="30273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190440" progId="Equation.3">
                  <p:embed/>
                </p:oleObj>
              </mc:Choice>
              <mc:Fallback>
                <p:oleObj name="Equation" r:id="rId3" imgW="1028520" imgH="1904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068960"/>
                        <a:ext cx="3027363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231775" y="4077072"/>
            <a:ext cx="5283524" cy="2087960"/>
            <a:chOff x="231775" y="4581128"/>
            <a:chExt cx="5283524" cy="2087960"/>
          </a:xfrm>
        </p:grpSpPr>
        <p:grpSp>
          <p:nvGrpSpPr>
            <p:cNvPr id="11" name="Group 10"/>
            <p:cNvGrpSpPr/>
            <p:nvPr/>
          </p:nvGrpSpPr>
          <p:grpSpPr>
            <a:xfrm>
              <a:off x="251520" y="4581128"/>
              <a:ext cx="4804230" cy="527050"/>
              <a:chOff x="251520" y="4581128"/>
              <a:chExt cx="4804230" cy="527050"/>
            </a:xfrm>
          </p:grpSpPr>
          <p:graphicFrame>
            <p:nvGraphicFramePr>
              <p:cNvPr id="186371" name="Object 3"/>
              <p:cNvGraphicFramePr>
                <a:graphicFrameLocks noChangeAspect="1"/>
              </p:cNvGraphicFramePr>
              <p:nvPr/>
            </p:nvGraphicFramePr>
            <p:xfrm>
              <a:off x="251520" y="4581128"/>
              <a:ext cx="522287" cy="527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77480" imgH="190440" progId="Equation.3">
                      <p:embed/>
                    </p:oleObj>
                  </mc:Choice>
                  <mc:Fallback>
                    <p:oleObj name="Equation" r:id="rId5" imgW="177480" imgH="190440" progId="Equation.3">
                      <p:embed/>
                      <p:pic>
                        <p:nvPicPr>
                          <p:cNvPr id="186371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1520" y="4581128"/>
                            <a:ext cx="522287" cy="5270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9" name="Straight Arrow Connector 8"/>
              <p:cNvCxnSpPr/>
              <p:nvPr/>
            </p:nvCxnSpPr>
            <p:spPr>
              <a:xfrm>
                <a:off x="816462" y="4869160"/>
                <a:ext cx="86409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1813452" y="4691778"/>
                <a:ext cx="3242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Number of Teeth of Driving Gear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293688" y="5084188"/>
              <a:ext cx="5024244" cy="527050"/>
              <a:chOff x="307543" y="4580882"/>
              <a:chExt cx="5024244" cy="527050"/>
            </a:xfrm>
          </p:grpSpPr>
          <p:graphicFrame>
            <p:nvGraphicFramePr>
              <p:cNvPr id="14" name="Object 3"/>
              <p:cNvGraphicFramePr>
                <a:graphicFrameLocks noChangeAspect="1"/>
              </p:cNvGraphicFramePr>
              <p:nvPr/>
            </p:nvGraphicFramePr>
            <p:xfrm>
              <a:off x="307543" y="4580882"/>
              <a:ext cx="409575" cy="527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39680" imgH="190440" progId="Equation.3">
                      <p:embed/>
                    </p:oleObj>
                  </mc:Choice>
                  <mc:Fallback>
                    <p:oleObj name="Equation" r:id="rId7" imgW="139680" imgH="190440" progId="Equation.3">
                      <p:embed/>
                      <p:pic>
                        <p:nvPicPr>
                          <p:cNvPr id="14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543" y="4580882"/>
                            <a:ext cx="409575" cy="5270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5" name="Straight Arrow Connector 14"/>
              <p:cNvCxnSpPr/>
              <p:nvPr/>
            </p:nvCxnSpPr>
            <p:spPr>
              <a:xfrm>
                <a:off x="816462" y="4869160"/>
                <a:ext cx="86409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1813452" y="4691778"/>
                <a:ext cx="35183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Angular Movement of Driving  Gear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231775" y="5616580"/>
              <a:ext cx="5113285" cy="527050"/>
              <a:chOff x="231775" y="4581508"/>
              <a:chExt cx="5113285" cy="527050"/>
            </a:xfrm>
          </p:grpSpPr>
          <p:graphicFrame>
            <p:nvGraphicFramePr>
              <p:cNvPr id="18" name="Object 3"/>
              <p:cNvGraphicFramePr>
                <a:graphicFrameLocks noChangeAspect="1"/>
              </p:cNvGraphicFramePr>
              <p:nvPr/>
            </p:nvGraphicFramePr>
            <p:xfrm>
              <a:off x="231775" y="4581508"/>
              <a:ext cx="560388" cy="527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90440" imgH="190440" progId="Equation.3">
                      <p:embed/>
                    </p:oleObj>
                  </mc:Choice>
                  <mc:Fallback>
                    <p:oleObj name="Equation" r:id="rId9" imgW="190440" imgH="190440" progId="Equation.3">
                      <p:embed/>
                      <p:pic>
                        <p:nvPicPr>
                          <p:cNvPr id="18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1775" y="4581508"/>
                            <a:ext cx="560388" cy="5270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9" name="Straight Arrow Connector 18"/>
              <p:cNvCxnSpPr/>
              <p:nvPr/>
            </p:nvCxnSpPr>
            <p:spPr>
              <a:xfrm>
                <a:off x="816462" y="4869160"/>
                <a:ext cx="86409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1813452" y="4691778"/>
                <a:ext cx="3531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Number of Teeth of  Following Gear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269875" y="6142038"/>
              <a:ext cx="5245424" cy="527050"/>
              <a:chOff x="269875" y="4580856"/>
              <a:chExt cx="5245424" cy="527050"/>
            </a:xfrm>
          </p:grpSpPr>
          <p:graphicFrame>
            <p:nvGraphicFramePr>
              <p:cNvPr id="22" name="Object 3"/>
              <p:cNvGraphicFramePr>
                <a:graphicFrameLocks noChangeAspect="1"/>
              </p:cNvGraphicFramePr>
              <p:nvPr/>
            </p:nvGraphicFramePr>
            <p:xfrm>
              <a:off x="269875" y="4580856"/>
              <a:ext cx="484188" cy="527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64880" imgH="190440" progId="Equation.3">
                      <p:embed/>
                    </p:oleObj>
                  </mc:Choice>
                  <mc:Fallback>
                    <p:oleObj name="Equation" r:id="rId11" imgW="164880" imgH="190440" progId="Equation.3">
                      <p:embed/>
                      <p:pic>
                        <p:nvPicPr>
                          <p:cNvPr id="22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9875" y="4580856"/>
                            <a:ext cx="484188" cy="5270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Arrow Connector 22"/>
              <p:cNvCxnSpPr/>
              <p:nvPr/>
            </p:nvCxnSpPr>
            <p:spPr>
              <a:xfrm>
                <a:off x="816462" y="4869160"/>
                <a:ext cx="86409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1813452" y="4691778"/>
                <a:ext cx="37018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Angular Movement of Following Gear</a:t>
                </a:r>
              </a:p>
            </p:txBody>
          </p:sp>
        </p:grpSp>
      </p:grpSp>
      <p:sp>
        <p:nvSpPr>
          <p:cNvPr id="26" name="TextBox 25"/>
          <p:cNvSpPr txBox="1"/>
          <p:nvPr/>
        </p:nvSpPr>
        <p:spPr>
          <a:xfrm>
            <a:off x="323528" y="2564904"/>
            <a:ext cx="490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Energy of Driving Gear = Energy of Following Gear </a:t>
            </a:r>
          </a:p>
        </p:txBody>
      </p:sp>
    </p:spTree>
    <p:extLst>
      <p:ext uri="{BB962C8B-B14F-4D97-AF65-F5344CB8AC3E}">
        <p14:creationId xmlns:p14="http://schemas.microsoft.com/office/powerpoint/2010/main" val="20373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>
            <a:normAutofit/>
          </a:bodyPr>
          <a:lstStyle/>
          <a:p>
            <a:r>
              <a:rPr lang="en-GB" sz="3600" dirty="0"/>
              <a:t>Mathematical Modeling of Gear 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In the system below, a torque, </a:t>
            </a:r>
            <a:r>
              <a:rPr lang="en-GB" sz="2400" dirty="0" err="1">
                <a:solidFill>
                  <a:srgbClr val="FF0000"/>
                </a:solidFill>
              </a:rPr>
              <a:t>τ</a:t>
            </a:r>
            <a:r>
              <a:rPr lang="en-GB" sz="2400" baseline="-25000" dirty="0" err="1">
                <a:solidFill>
                  <a:srgbClr val="FF0000"/>
                </a:solidFill>
              </a:rPr>
              <a:t>a</a:t>
            </a:r>
            <a:r>
              <a:rPr lang="en-GB" sz="2400" dirty="0"/>
              <a:t>, is applied to gear 1 (with number of teeth </a:t>
            </a:r>
            <a:r>
              <a:rPr lang="en-GB" sz="2400" dirty="0" err="1">
                <a:solidFill>
                  <a:srgbClr val="FF0000"/>
                </a:solidFill>
              </a:rPr>
              <a:t>N</a:t>
            </a:r>
            <a:r>
              <a:rPr lang="en-GB" sz="2400" baseline="-25000" dirty="0" err="1">
                <a:solidFill>
                  <a:srgbClr val="FF0000"/>
                </a:solidFill>
              </a:rPr>
              <a:t>1</a:t>
            </a:r>
            <a:r>
              <a:rPr lang="en-GB" sz="2400" dirty="0"/>
              <a:t>, moment of inertia </a:t>
            </a:r>
            <a:r>
              <a:rPr lang="en-GB" sz="2400" dirty="0" err="1">
                <a:solidFill>
                  <a:srgbClr val="FF0000"/>
                </a:solidFill>
              </a:rPr>
              <a:t>J</a:t>
            </a:r>
            <a:r>
              <a:rPr lang="en-GB" sz="2400" baseline="-25000" dirty="0" err="1">
                <a:solidFill>
                  <a:srgbClr val="FF0000"/>
                </a:solidFill>
              </a:rPr>
              <a:t>1</a:t>
            </a:r>
            <a:r>
              <a:rPr lang="en-GB" sz="2400" baseline="-25000" dirty="0"/>
              <a:t> </a:t>
            </a:r>
            <a:r>
              <a:rPr lang="en-GB" sz="2400" dirty="0"/>
              <a:t>and a rotational friction </a:t>
            </a:r>
            <a:r>
              <a:rPr lang="en-GB" sz="2400" dirty="0" err="1">
                <a:solidFill>
                  <a:srgbClr val="FF0000"/>
                </a:solidFill>
              </a:rPr>
              <a:t>B</a:t>
            </a:r>
            <a:r>
              <a:rPr lang="en-GB" sz="2400" baseline="-25000" dirty="0" err="1">
                <a:solidFill>
                  <a:srgbClr val="FF0000"/>
                </a:solidFill>
              </a:rPr>
              <a:t>1</a:t>
            </a:r>
            <a:r>
              <a:rPr lang="en-GB" sz="2400" dirty="0"/>
              <a:t>).  </a:t>
            </a:r>
          </a:p>
          <a:p>
            <a:pPr algn="just"/>
            <a:r>
              <a:rPr lang="en-GB" sz="2400" dirty="0"/>
              <a:t>It, in turn, is connected to gear 2 (with number of teeth </a:t>
            </a:r>
            <a:r>
              <a:rPr lang="en-GB" sz="2400" dirty="0" err="1">
                <a:solidFill>
                  <a:srgbClr val="FF0000"/>
                </a:solidFill>
              </a:rPr>
              <a:t>N</a:t>
            </a:r>
            <a:r>
              <a:rPr lang="en-GB" sz="2400" baseline="-25000" dirty="0" err="1">
                <a:solidFill>
                  <a:srgbClr val="FF0000"/>
                </a:solidFill>
              </a:rPr>
              <a:t>2</a:t>
            </a:r>
            <a:r>
              <a:rPr lang="en-GB" sz="2400" dirty="0"/>
              <a:t>, moment of inertia </a:t>
            </a:r>
            <a:r>
              <a:rPr lang="en-GB" sz="2400" dirty="0" err="1">
                <a:solidFill>
                  <a:srgbClr val="FF0000"/>
                </a:solidFill>
              </a:rPr>
              <a:t>J</a:t>
            </a:r>
            <a:r>
              <a:rPr lang="en-GB" sz="2400" baseline="-25000" dirty="0" err="1">
                <a:solidFill>
                  <a:srgbClr val="FF0000"/>
                </a:solidFill>
              </a:rPr>
              <a:t>2</a:t>
            </a:r>
            <a:r>
              <a:rPr lang="en-GB" sz="2400" dirty="0"/>
              <a:t> and a rotational friction </a:t>
            </a:r>
            <a:r>
              <a:rPr lang="en-GB" sz="2400" dirty="0" err="1">
                <a:solidFill>
                  <a:srgbClr val="FF0000"/>
                </a:solidFill>
              </a:rPr>
              <a:t>B</a:t>
            </a:r>
            <a:r>
              <a:rPr lang="en-GB" sz="2400" baseline="-25000" dirty="0" err="1">
                <a:solidFill>
                  <a:srgbClr val="FF0000"/>
                </a:solidFill>
              </a:rPr>
              <a:t>2</a:t>
            </a:r>
            <a:r>
              <a:rPr lang="en-GB" sz="2400" dirty="0"/>
              <a:t>).  </a:t>
            </a:r>
          </a:p>
          <a:p>
            <a:pPr algn="just"/>
            <a:r>
              <a:rPr lang="en-GB" sz="2400" dirty="0"/>
              <a:t>The angle </a:t>
            </a:r>
            <a:r>
              <a:rPr lang="en-GB" sz="2400" dirty="0" err="1">
                <a:solidFill>
                  <a:srgbClr val="FF0000"/>
                </a:solidFill>
              </a:rPr>
              <a:t>θ</a:t>
            </a:r>
            <a:r>
              <a:rPr lang="en-GB" sz="2400" baseline="-25000" dirty="0" err="1">
                <a:solidFill>
                  <a:srgbClr val="FF0000"/>
                </a:solidFill>
              </a:rPr>
              <a:t>1</a:t>
            </a:r>
            <a:r>
              <a:rPr lang="en-GB" sz="2400" dirty="0"/>
              <a:t> is defined positive clockwise, </a:t>
            </a:r>
            <a:r>
              <a:rPr lang="en-GB" sz="2400" dirty="0" err="1">
                <a:solidFill>
                  <a:srgbClr val="FF0000"/>
                </a:solidFill>
              </a:rPr>
              <a:t>θ</a:t>
            </a:r>
            <a:r>
              <a:rPr lang="en-GB" sz="2400" baseline="-25000" dirty="0" err="1">
                <a:solidFill>
                  <a:srgbClr val="FF0000"/>
                </a:solidFill>
              </a:rPr>
              <a:t>2</a:t>
            </a:r>
            <a:r>
              <a:rPr lang="en-GB" sz="2400" dirty="0"/>
              <a:t> is defined positive clockwise.  The torque acts in the direction of </a:t>
            </a:r>
            <a:r>
              <a:rPr lang="en-GB" sz="2400" dirty="0" err="1">
                <a:solidFill>
                  <a:srgbClr val="FF0000"/>
                </a:solidFill>
              </a:rPr>
              <a:t>θ</a:t>
            </a:r>
            <a:r>
              <a:rPr lang="en-GB" sz="2400" baseline="-25000" dirty="0" err="1">
                <a:solidFill>
                  <a:srgbClr val="FF0000"/>
                </a:solidFill>
              </a:rPr>
              <a:t>1</a:t>
            </a:r>
            <a:r>
              <a:rPr lang="en-GB" sz="2400" dirty="0"/>
              <a:t>. </a:t>
            </a:r>
          </a:p>
          <a:p>
            <a:pPr algn="just"/>
            <a:r>
              <a:rPr lang="en-GB" sz="2400" dirty="0"/>
              <a:t>Assume that </a:t>
            </a:r>
            <a:r>
              <a:rPr lang="en-GB" sz="2400" i="1" dirty="0">
                <a:solidFill>
                  <a:srgbClr val="FF0000"/>
                </a:solidFill>
              </a:rPr>
              <a:t>T</a:t>
            </a:r>
            <a:r>
              <a:rPr lang="en-GB" sz="2400" i="1" baseline="-25000" dirty="0">
                <a:solidFill>
                  <a:srgbClr val="FF0000"/>
                </a:solidFill>
              </a:rPr>
              <a:t>L</a:t>
            </a:r>
            <a:r>
              <a:rPr lang="en-GB" sz="2400" dirty="0"/>
              <a:t> is the load torque applied by the load connected to Gear-2.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67</a:t>
            </a:fld>
            <a:endParaRPr lang="en-GB" dirty="0"/>
          </a:p>
        </p:txBody>
      </p:sp>
      <p:grpSp>
        <p:nvGrpSpPr>
          <p:cNvPr id="31" name="Group 30"/>
          <p:cNvGrpSpPr/>
          <p:nvPr/>
        </p:nvGrpSpPr>
        <p:grpSpPr>
          <a:xfrm>
            <a:off x="2874668" y="4221088"/>
            <a:ext cx="3857572" cy="2592288"/>
            <a:chOff x="2874668" y="3933056"/>
            <a:chExt cx="3857572" cy="2592288"/>
          </a:xfrm>
        </p:grpSpPr>
        <p:pic>
          <p:nvPicPr>
            <p:cNvPr id="25" name="Picture 24" descr="img3D.gi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4668" y="3933056"/>
              <a:ext cx="3857572" cy="2592288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3635896" y="5301208"/>
              <a:ext cx="3882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B</a:t>
              </a:r>
              <a:r>
                <a:rPr lang="en-GB" baseline="-25000" dirty="0" err="1"/>
                <a:t>1</a:t>
              </a:r>
              <a:endParaRPr lang="en-GB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796136" y="6021288"/>
              <a:ext cx="38824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GB" dirty="0" err="1"/>
                <a:t>B</a:t>
              </a:r>
              <a:r>
                <a:rPr lang="en-GB" baseline="-25000" dirty="0" err="1"/>
                <a:t>2</a:t>
              </a:r>
              <a:endParaRPr lang="en-GB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24774" y="4941168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N</a:t>
              </a:r>
              <a:r>
                <a:rPr lang="en-GB" baseline="-25000" dirty="0" err="1"/>
                <a:t>1</a:t>
              </a:r>
              <a:endParaRPr lang="en-GB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43884" y="4787860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N</a:t>
              </a:r>
              <a:r>
                <a:rPr lang="en-GB" baseline="-25000" dirty="0" err="1"/>
                <a:t>2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5699383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>
            <a:normAutofit/>
          </a:bodyPr>
          <a:lstStyle/>
          <a:p>
            <a:r>
              <a:rPr lang="en-GB" sz="3600" dirty="0"/>
              <a:t>Mathematical Modeling of Gear 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640960" cy="5112568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For Gear-1</a:t>
            </a:r>
          </a:p>
          <a:p>
            <a:pPr algn="just"/>
            <a:endParaRPr lang="en-GB" sz="2600" dirty="0"/>
          </a:p>
          <a:p>
            <a:pPr algn="just"/>
            <a:endParaRPr lang="en-GB" sz="2600" dirty="0"/>
          </a:p>
          <a:p>
            <a:pPr algn="just"/>
            <a:r>
              <a:rPr lang="en-GB" sz="2600" dirty="0"/>
              <a:t>For Gear-2</a:t>
            </a:r>
          </a:p>
          <a:p>
            <a:pPr algn="just"/>
            <a:endParaRPr lang="en-GB" sz="2600" dirty="0"/>
          </a:p>
          <a:p>
            <a:pPr algn="just"/>
            <a:endParaRPr lang="en-GB" sz="2600" dirty="0"/>
          </a:p>
          <a:p>
            <a:pPr algn="just"/>
            <a:r>
              <a:rPr lang="en-GB" sz="2600" dirty="0"/>
              <a:t>Since</a:t>
            </a:r>
          </a:p>
          <a:p>
            <a:pPr algn="just"/>
            <a:endParaRPr lang="en-GB" sz="2600" dirty="0"/>
          </a:p>
          <a:p>
            <a:pPr algn="just"/>
            <a:endParaRPr lang="en-GB" sz="2600" dirty="0"/>
          </a:p>
          <a:p>
            <a:pPr algn="just"/>
            <a:r>
              <a:rPr lang="en-GB" sz="2600" dirty="0"/>
              <a:t>therefore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68</a:t>
            </a:fld>
            <a:endParaRPr lang="en-GB" dirty="0"/>
          </a:p>
        </p:txBody>
      </p:sp>
      <p:grpSp>
        <p:nvGrpSpPr>
          <p:cNvPr id="5" name="Group 30"/>
          <p:cNvGrpSpPr/>
          <p:nvPr/>
        </p:nvGrpSpPr>
        <p:grpSpPr>
          <a:xfrm>
            <a:off x="5314138" y="2287994"/>
            <a:ext cx="3857572" cy="2592288"/>
            <a:chOff x="2874668" y="3933056"/>
            <a:chExt cx="3857572" cy="2592288"/>
          </a:xfrm>
        </p:grpSpPr>
        <p:pic>
          <p:nvPicPr>
            <p:cNvPr id="25" name="Picture 24" descr="img3D.gi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4668" y="3933056"/>
              <a:ext cx="3857572" cy="2592288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3635896" y="5301208"/>
              <a:ext cx="3882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B</a:t>
              </a:r>
              <a:r>
                <a:rPr lang="en-GB" baseline="-25000" dirty="0" err="1"/>
                <a:t>1</a:t>
              </a:r>
              <a:endParaRPr lang="en-GB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796136" y="6021288"/>
              <a:ext cx="38824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GB" dirty="0" err="1"/>
                <a:t>B</a:t>
              </a:r>
              <a:r>
                <a:rPr lang="en-GB" baseline="-25000" dirty="0" err="1"/>
                <a:t>2</a:t>
              </a:r>
              <a:endParaRPr lang="en-GB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24774" y="4941168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N</a:t>
              </a:r>
              <a:r>
                <a:rPr lang="en-GB" baseline="-25000" dirty="0" err="1"/>
                <a:t>1</a:t>
              </a:r>
              <a:endParaRPr lang="en-GB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43884" y="4787860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N</a:t>
              </a:r>
              <a:r>
                <a:rPr lang="en-GB" baseline="-25000" dirty="0" err="1"/>
                <a:t>2</a:t>
              </a:r>
              <a:endParaRPr lang="en-GB" dirty="0"/>
            </a:p>
          </p:txBody>
        </p:sp>
      </p:grpSp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1331640" y="4509120"/>
          <a:ext cx="205581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190440" progId="Equation.3">
                  <p:embed/>
                </p:oleObj>
              </mc:Choice>
              <mc:Fallback>
                <p:oleObj name="Equation" r:id="rId3" imgW="698400" imgH="190440" progId="Equation.3">
                  <p:embed/>
                  <p:pic>
                    <p:nvPicPr>
                      <p:cNvPr id="1884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509120"/>
                        <a:ext cx="2055812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611560" y="1556792"/>
            <a:ext cx="4752528" cy="596900"/>
            <a:chOff x="611560" y="1556792"/>
            <a:chExt cx="4752528" cy="596900"/>
          </a:xfrm>
        </p:grpSpPr>
        <p:graphicFrame>
          <p:nvGraphicFramePr>
            <p:cNvPr id="188418" name="Object 2"/>
            <p:cNvGraphicFramePr>
              <a:graphicFrameLocks noChangeAspect="1"/>
            </p:cNvGraphicFramePr>
            <p:nvPr/>
          </p:nvGraphicFramePr>
          <p:xfrm>
            <a:off x="611560" y="1556792"/>
            <a:ext cx="3214687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091880" imgH="215640" progId="Equation.3">
                    <p:embed/>
                  </p:oleObj>
                </mc:Choice>
                <mc:Fallback>
                  <p:oleObj name="Equation" r:id="rId5" imgW="1091880" imgH="215640" progId="Equation.3">
                    <p:embed/>
                    <p:pic>
                      <p:nvPicPr>
                        <p:cNvPr id="18841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1556792"/>
                          <a:ext cx="3214687" cy="596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14"/>
            <p:cNvSpPr/>
            <p:nvPr/>
          </p:nvSpPr>
          <p:spPr>
            <a:xfrm>
              <a:off x="4637799" y="1700808"/>
              <a:ext cx="7262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 err="1">
                  <a:solidFill>
                    <a:srgbClr val="FF0000"/>
                  </a:solidFill>
                </a:rPr>
                <a:t>Eq</a:t>
              </a:r>
              <a:r>
                <a:rPr lang="en-GB" b="1" dirty="0">
                  <a:solidFill>
                    <a:srgbClr val="FF0000"/>
                  </a:solidFill>
                </a:rPr>
                <a:t> (1)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3849187" y="1872534"/>
              <a:ext cx="72008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625475" y="3048000"/>
            <a:ext cx="4703257" cy="596900"/>
            <a:chOff x="625475" y="3048000"/>
            <a:chExt cx="4703257" cy="596900"/>
          </a:xfrm>
        </p:grpSpPr>
        <p:graphicFrame>
          <p:nvGraphicFramePr>
            <p:cNvPr id="188419" name="Object 3"/>
            <p:cNvGraphicFramePr>
              <a:graphicFrameLocks noChangeAspect="1"/>
            </p:cNvGraphicFramePr>
            <p:nvPr/>
          </p:nvGraphicFramePr>
          <p:xfrm>
            <a:off x="625475" y="3048000"/>
            <a:ext cx="3476625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180800" imgH="215640" progId="Equation.3">
                    <p:embed/>
                  </p:oleObj>
                </mc:Choice>
                <mc:Fallback>
                  <p:oleObj name="Equation" r:id="rId7" imgW="1180800" imgH="215640" progId="Equation.3">
                    <p:embed/>
                    <p:pic>
                      <p:nvPicPr>
                        <p:cNvPr id="18841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475" y="3048000"/>
                          <a:ext cx="3476625" cy="596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" name="Straight Arrow Connector 17"/>
            <p:cNvCxnSpPr/>
            <p:nvPr/>
          </p:nvCxnSpPr>
          <p:spPr>
            <a:xfrm>
              <a:off x="4139952" y="3356992"/>
              <a:ext cx="5040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4602443" y="3182533"/>
              <a:ext cx="7262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 err="1">
                  <a:solidFill>
                    <a:srgbClr val="FF0000"/>
                  </a:solidFill>
                </a:rPr>
                <a:t>Eq</a:t>
              </a:r>
              <a:r>
                <a:rPr lang="en-GB" b="1" dirty="0">
                  <a:solidFill>
                    <a:srgbClr val="FF0000"/>
                  </a:solidFill>
                </a:rPr>
                <a:t> (2)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619672" y="5589240"/>
            <a:ext cx="3030545" cy="1054100"/>
            <a:chOff x="1619672" y="5589240"/>
            <a:chExt cx="3030545" cy="1054100"/>
          </a:xfrm>
        </p:grpSpPr>
        <p:graphicFrame>
          <p:nvGraphicFramePr>
            <p:cNvPr id="188421" name="Object 5"/>
            <p:cNvGraphicFramePr>
              <a:graphicFrameLocks noChangeAspect="1"/>
            </p:cNvGraphicFramePr>
            <p:nvPr/>
          </p:nvGraphicFramePr>
          <p:xfrm>
            <a:off x="1619672" y="5589240"/>
            <a:ext cx="1795463" cy="1054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09480" imgH="380880" progId="Equation.3">
                    <p:embed/>
                  </p:oleObj>
                </mc:Choice>
                <mc:Fallback>
                  <p:oleObj name="Equation" r:id="rId9" imgW="609480" imgH="380880" progId="Equation.3">
                    <p:embed/>
                    <p:pic>
                      <p:nvPicPr>
                        <p:cNvPr id="18842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5589240"/>
                          <a:ext cx="1795463" cy="1054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Straight Arrow Connector 20"/>
            <p:cNvCxnSpPr/>
            <p:nvPr/>
          </p:nvCxnSpPr>
          <p:spPr>
            <a:xfrm>
              <a:off x="3461437" y="6123739"/>
              <a:ext cx="5040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3923928" y="5949280"/>
              <a:ext cx="7262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 err="1">
                  <a:solidFill>
                    <a:srgbClr val="FF0000"/>
                  </a:solidFill>
                </a:rPr>
                <a:t>Eq</a:t>
              </a:r>
              <a:r>
                <a:rPr lang="en-GB" b="1" dirty="0">
                  <a:solidFill>
                    <a:srgbClr val="FF0000"/>
                  </a:solidFill>
                </a:rPr>
                <a:t> (3)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669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>
            <a:normAutofit/>
          </a:bodyPr>
          <a:lstStyle/>
          <a:p>
            <a:r>
              <a:rPr lang="en-GB" sz="3600" dirty="0"/>
              <a:t>Mathematical Modeling of Gear 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640960" cy="5112568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Gear Ratio is calculated as</a:t>
            </a:r>
          </a:p>
          <a:p>
            <a:pPr algn="just"/>
            <a:endParaRPr lang="en-GB" sz="2600" dirty="0"/>
          </a:p>
          <a:p>
            <a:pPr algn="just"/>
            <a:endParaRPr lang="en-GB" sz="2600" dirty="0"/>
          </a:p>
          <a:p>
            <a:pPr algn="just"/>
            <a:r>
              <a:rPr lang="en-GB" sz="2600" dirty="0"/>
              <a:t>Put this value in </a:t>
            </a:r>
            <a:r>
              <a:rPr lang="en-GB" sz="2600" dirty="0" err="1">
                <a:solidFill>
                  <a:srgbClr val="FF0000"/>
                </a:solidFill>
              </a:rPr>
              <a:t>eq</a:t>
            </a:r>
            <a:r>
              <a:rPr lang="en-GB" sz="2600" dirty="0">
                <a:solidFill>
                  <a:srgbClr val="FF0000"/>
                </a:solidFill>
              </a:rPr>
              <a:t> (1)</a:t>
            </a:r>
          </a:p>
          <a:p>
            <a:pPr algn="just"/>
            <a:endParaRPr lang="en-GB" sz="2600" dirty="0"/>
          </a:p>
          <a:p>
            <a:pPr algn="just"/>
            <a:endParaRPr lang="en-GB" sz="2600" dirty="0"/>
          </a:p>
          <a:p>
            <a:pPr algn="just"/>
            <a:r>
              <a:rPr lang="en-GB" sz="2600" dirty="0"/>
              <a:t>Put </a:t>
            </a:r>
            <a:r>
              <a:rPr lang="en-GB" sz="2600" i="1" dirty="0" err="1"/>
              <a:t>T</a:t>
            </a:r>
            <a:r>
              <a:rPr lang="en-GB" sz="2600" i="1" baseline="-25000" dirty="0" err="1"/>
              <a:t>2</a:t>
            </a:r>
            <a:r>
              <a:rPr lang="en-GB" sz="2600" dirty="0"/>
              <a:t> from </a:t>
            </a:r>
            <a:r>
              <a:rPr lang="en-GB" sz="2600" dirty="0" err="1">
                <a:solidFill>
                  <a:srgbClr val="FF0000"/>
                </a:solidFill>
              </a:rPr>
              <a:t>eq</a:t>
            </a:r>
            <a:r>
              <a:rPr lang="en-GB" sz="2600" dirty="0">
                <a:solidFill>
                  <a:srgbClr val="FF0000"/>
                </a:solidFill>
              </a:rPr>
              <a:t> (2)</a:t>
            </a:r>
          </a:p>
          <a:p>
            <a:pPr algn="just"/>
            <a:endParaRPr lang="en-GB" sz="2600" dirty="0"/>
          </a:p>
          <a:p>
            <a:pPr algn="just"/>
            <a:endParaRPr lang="en-GB" sz="2600" dirty="0"/>
          </a:p>
          <a:p>
            <a:pPr algn="just"/>
            <a:r>
              <a:rPr lang="en-GB" sz="2600" dirty="0"/>
              <a:t>Substitute </a:t>
            </a:r>
            <a:r>
              <a:rPr lang="el-GR" sz="2600" dirty="0"/>
              <a:t>θ</a:t>
            </a:r>
            <a:r>
              <a:rPr lang="en-GB" sz="2600" baseline="-25000" dirty="0"/>
              <a:t>2</a:t>
            </a:r>
            <a:r>
              <a:rPr lang="en-GB" sz="2600" dirty="0"/>
              <a:t> from </a:t>
            </a:r>
            <a:r>
              <a:rPr lang="en-GB" sz="2600" dirty="0" err="1">
                <a:solidFill>
                  <a:srgbClr val="FF0000"/>
                </a:solidFill>
              </a:rPr>
              <a:t>eq</a:t>
            </a:r>
            <a:r>
              <a:rPr lang="en-GB" sz="2600" dirty="0">
                <a:solidFill>
                  <a:srgbClr val="FF0000"/>
                </a:solidFill>
              </a:rPr>
              <a:t> 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69</a:t>
            </a:fld>
            <a:endParaRPr lang="en-GB" dirty="0"/>
          </a:p>
        </p:txBody>
      </p:sp>
      <p:grpSp>
        <p:nvGrpSpPr>
          <p:cNvPr id="5" name="Group 30"/>
          <p:cNvGrpSpPr/>
          <p:nvPr/>
        </p:nvGrpSpPr>
        <p:grpSpPr>
          <a:xfrm>
            <a:off x="5286428" y="1412776"/>
            <a:ext cx="3857572" cy="2592288"/>
            <a:chOff x="2874668" y="3933056"/>
            <a:chExt cx="3857572" cy="2592288"/>
          </a:xfrm>
        </p:grpSpPr>
        <p:pic>
          <p:nvPicPr>
            <p:cNvPr id="25" name="Picture 24" descr="img3D.gi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4668" y="3933056"/>
              <a:ext cx="3857572" cy="2592288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3635896" y="5301208"/>
              <a:ext cx="3882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B</a:t>
              </a:r>
              <a:r>
                <a:rPr lang="en-GB" baseline="-25000" dirty="0" err="1"/>
                <a:t>1</a:t>
              </a:r>
              <a:endParaRPr lang="en-GB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796136" y="6021288"/>
              <a:ext cx="38824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GB" dirty="0" err="1"/>
                <a:t>B</a:t>
              </a:r>
              <a:r>
                <a:rPr lang="en-GB" baseline="-25000" dirty="0" err="1"/>
                <a:t>2</a:t>
              </a:r>
              <a:endParaRPr lang="en-GB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24774" y="4941168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N</a:t>
              </a:r>
              <a:r>
                <a:rPr lang="en-GB" baseline="-25000" dirty="0" err="1"/>
                <a:t>1</a:t>
              </a:r>
              <a:endParaRPr lang="en-GB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43884" y="4787860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err="1"/>
                <a:t>N</a:t>
              </a:r>
              <a:r>
                <a:rPr lang="en-GB" baseline="-25000" dirty="0" err="1"/>
                <a:t>2</a:t>
              </a:r>
              <a:endParaRPr lang="en-GB" dirty="0"/>
            </a:p>
          </p:txBody>
        </p:sp>
      </p:grpSp>
      <p:graphicFrame>
        <p:nvGraphicFramePr>
          <p:cNvPr id="189446" name="Object 5"/>
          <p:cNvGraphicFramePr>
            <a:graphicFrameLocks noChangeAspect="1"/>
          </p:cNvGraphicFramePr>
          <p:nvPr/>
        </p:nvGraphicFramePr>
        <p:xfrm>
          <a:off x="903858" y="1341438"/>
          <a:ext cx="37401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720" imgH="380880" progId="Equation.3">
                  <p:embed/>
                </p:oleObj>
              </mc:Choice>
              <mc:Fallback>
                <p:oleObj name="Equation" r:id="rId3" imgW="1269720" imgH="380880" progId="Equation.3">
                  <p:embed/>
                  <p:pic>
                    <p:nvPicPr>
                      <p:cNvPr id="18944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858" y="1341438"/>
                        <a:ext cx="3740150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7" name="Object 7"/>
          <p:cNvGraphicFramePr>
            <a:graphicFrameLocks noChangeAspect="1"/>
          </p:cNvGraphicFramePr>
          <p:nvPr/>
        </p:nvGraphicFramePr>
        <p:xfrm>
          <a:off x="539552" y="2822493"/>
          <a:ext cx="388620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480" imgH="380880" progId="Equation.3">
                  <p:embed/>
                </p:oleObj>
              </mc:Choice>
              <mc:Fallback>
                <p:oleObj name="Equation" r:id="rId5" imgW="1320480" imgH="380880" progId="Equation.3">
                  <p:embed/>
                  <p:pic>
                    <p:nvPicPr>
                      <p:cNvPr id="1894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822493"/>
                        <a:ext cx="3886200" cy="1052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8" name="Object 8"/>
          <p:cNvGraphicFramePr>
            <a:graphicFrameLocks noChangeAspect="1"/>
          </p:cNvGraphicFramePr>
          <p:nvPr/>
        </p:nvGraphicFramePr>
        <p:xfrm>
          <a:off x="520476" y="4221163"/>
          <a:ext cx="6427788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120" imgH="380880" progId="Equation.3">
                  <p:embed/>
                </p:oleObj>
              </mc:Choice>
              <mc:Fallback>
                <p:oleObj name="Equation" r:id="rId7" imgW="2184120" imgH="380880" progId="Equation.3">
                  <p:embed/>
                  <p:pic>
                    <p:nvPicPr>
                      <p:cNvPr id="1894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476" y="4221163"/>
                        <a:ext cx="6427788" cy="1052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461191"/>
              </p:ext>
            </p:extLst>
          </p:nvPr>
        </p:nvGraphicFramePr>
        <p:xfrm>
          <a:off x="539552" y="5560590"/>
          <a:ext cx="8193286" cy="1152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82880" imgH="431640" progId="Equation.3">
                  <p:embed/>
                </p:oleObj>
              </mc:Choice>
              <mc:Fallback>
                <p:oleObj name="Equation" r:id="rId9" imgW="2882880" imgH="431640" progId="Equation.3">
                  <p:embed/>
                  <p:pic>
                    <p:nvPicPr>
                      <p:cNvPr id="1894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5560590"/>
                        <a:ext cx="8193286" cy="11529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710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>
            <a:normAutofit/>
          </a:bodyPr>
          <a:lstStyle/>
          <a:p>
            <a:r>
              <a:rPr lang="en-GB" sz="3600" dirty="0"/>
              <a:t>Mathematical Modeling of Gear 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640960" cy="5112568"/>
          </a:xfrm>
        </p:spPr>
        <p:txBody>
          <a:bodyPr>
            <a:normAutofit/>
          </a:bodyPr>
          <a:lstStyle/>
          <a:p>
            <a:pPr algn="just"/>
            <a:endParaRPr lang="en-GB" sz="2600" dirty="0"/>
          </a:p>
          <a:p>
            <a:pPr algn="just"/>
            <a:endParaRPr lang="en-GB" sz="2600" dirty="0"/>
          </a:p>
          <a:p>
            <a:pPr algn="just"/>
            <a:r>
              <a:rPr lang="en-GB" sz="2600" dirty="0"/>
              <a:t>After simplification</a:t>
            </a:r>
          </a:p>
          <a:p>
            <a:pPr algn="just"/>
            <a:endParaRPr lang="en-GB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70</a:t>
            </a:fld>
            <a:endParaRPr lang="en-GB" dirty="0"/>
          </a:p>
        </p:txBody>
      </p:sp>
      <p:graphicFrame>
        <p:nvGraphicFramePr>
          <p:cNvPr id="1894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760320"/>
              </p:ext>
            </p:extLst>
          </p:nvPr>
        </p:nvGraphicFramePr>
        <p:xfrm>
          <a:off x="833438" y="919163"/>
          <a:ext cx="753110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431640" progId="Equation.3">
                  <p:embed/>
                </p:oleObj>
              </mc:Choice>
              <mc:Fallback>
                <p:oleObj name="Equation" r:id="rId2" imgW="2882880" imgH="431640" progId="Equation.3">
                  <p:embed/>
                  <p:pic>
                    <p:nvPicPr>
                      <p:cNvPr id="1894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919163"/>
                        <a:ext cx="7531100" cy="1058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0" name="Object 9"/>
          <p:cNvGraphicFramePr>
            <a:graphicFrameLocks noChangeAspect="1"/>
          </p:cNvGraphicFramePr>
          <p:nvPr/>
        </p:nvGraphicFramePr>
        <p:xfrm>
          <a:off x="1212850" y="2276475"/>
          <a:ext cx="71120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06560" imgH="457200" progId="Equation.3">
                  <p:embed/>
                </p:oleObj>
              </mc:Choice>
              <mc:Fallback>
                <p:oleObj name="Equation" r:id="rId4" imgW="2806560" imgH="457200" progId="Equation.3">
                  <p:embed/>
                  <p:pic>
                    <p:nvPicPr>
                      <p:cNvPr id="19047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2276475"/>
                        <a:ext cx="7112000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1" name="Object 9"/>
          <p:cNvGraphicFramePr>
            <a:graphicFrameLocks noChangeAspect="1"/>
          </p:cNvGraphicFramePr>
          <p:nvPr/>
        </p:nvGraphicFramePr>
        <p:xfrm>
          <a:off x="1347788" y="3357563"/>
          <a:ext cx="712470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44720" imgH="520560" progId="Equation.3">
                  <p:embed/>
                </p:oleObj>
              </mc:Choice>
              <mc:Fallback>
                <p:oleObj name="Equation" r:id="rId6" imgW="2844720" imgH="520560" progId="Equation.3">
                  <p:embed/>
                  <p:pic>
                    <p:nvPicPr>
                      <p:cNvPr id="19047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788" y="3357563"/>
                        <a:ext cx="7124700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2" name="Object 8"/>
          <p:cNvGraphicFramePr>
            <a:graphicFrameLocks noChangeAspect="1"/>
          </p:cNvGraphicFramePr>
          <p:nvPr/>
        </p:nvGraphicFramePr>
        <p:xfrm>
          <a:off x="1331640" y="4725144"/>
          <a:ext cx="2627312" cy="889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4840" imgH="457200" progId="Equation.3">
                  <p:embed/>
                </p:oleObj>
              </mc:Choice>
              <mc:Fallback>
                <p:oleObj name="Equation" r:id="rId8" imgW="1104840" imgH="457200" progId="Equation.3">
                  <p:embed/>
                  <p:pic>
                    <p:nvPicPr>
                      <p:cNvPr id="1904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725144"/>
                        <a:ext cx="2627312" cy="8897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3" name="Object 9"/>
          <p:cNvGraphicFramePr>
            <a:graphicFrameLocks noChangeAspect="1"/>
          </p:cNvGraphicFramePr>
          <p:nvPr/>
        </p:nvGraphicFramePr>
        <p:xfrm>
          <a:off x="4932040" y="4725144"/>
          <a:ext cx="2687637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30040" imgH="457200" progId="Equation.3">
                  <p:embed/>
                </p:oleObj>
              </mc:Choice>
              <mc:Fallback>
                <p:oleObj name="Equation" r:id="rId10" imgW="1130040" imgH="457200" progId="Equation.3">
                  <p:embed/>
                  <p:pic>
                    <p:nvPicPr>
                      <p:cNvPr id="1904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4725144"/>
                        <a:ext cx="2687637" cy="8905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4" name="Object 10"/>
          <p:cNvGraphicFramePr>
            <a:graphicFrameLocks noChangeAspect="1"/>
          </p:cNvGraphicFramePr>
          <p:nvPr/>
        </p:nvGraphicFramePr>
        <p:xfrm>
          <a:off x="3154363" y="5821363"/>
          <a:ext cx="35941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34960" imgH="380880" progId="Equation.3">
                  <p:embed/>
                </p:oleObj>
              </mc:Choice>
              <mc:Fallback>
                <p:oleObj name="Equation" r:id="rId12" imgW="1434960" imgH="380880" progId="Equation.3">
                  <p:embed/>
                  <p:pic>
                    <p:nvPicPr>
                      <p:cNvPr id="1904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3" y="5821363"/>
                        <a:ext cx="3594100" cy="8969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99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5786"/>
            <a:ext cx="8229600" cy="868958"/>
          </a:xfrm>
        </p:spPr>
        <p:txBody>
          <a:bodyPr>
            <a:normAutofit/>
          </a:bodyPr>
          <a:lstStyle/>
          <a:p>
            <a:r>
              <a:rPr lang="en-GB" sz="3600" dirty="0"/>
              <a:t>Mathematical Modeling of Gear 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412776"/>
            <a:ext cx="8640960" cy="5112568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For three gears connected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71</a:t>
            </a:fld>
            <a:endParaRPr lang="en-GB" dirty="0"/>
          </a:p>
        </p:txBody>
      </p:sp>
      <p:graphicFrame>
        <p:nvGraphicFramePr>
          <p:cNvPr id="190472" name="Object 8"/>
          <p:cNvGraphicFramePr>
            <a:graphicFrameLocks noChangeAspect="1"/>
          </p:cNvGraphicFramePr>
          <p:nvPr/>
        </p:nvGraphicFramePr>
        <p:xfrm>
          <a:off x="1394861" y="2349252"/>
          <a:ext cx="6485594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457200" progId="Equation.3">
                  <p:embed/>
                </p:oleObj>
              </mc:Choice>
              <mc:Fallback>
                <p:oleObj name="Equation" r:id="rId2" imgW="2108160" imgH="457200" progId="Equation.3">
                  <p:embed/>
                  <p:pic>
                    <p:nvPicPr>
                      <p:cNvPr id="1904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861" y="2349252"/>
                        <a:ext cx="6485594" cy="115212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5" name="Object 11"/>
          <p:cNvGraphicFramePr>
            <a:graphicFrameLocks noChangeAspect="1"/>
          </p:cNvGraphicFramePr>
          <p:nvPr/>
        </p:nvGraphicFramePr>
        <p:xfrm>
          <a:off x="1322853" y="4077444"/>
          <a:ext cx="6561515" cy="1151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360" imgH="457200" progId="Equation.3">
                  <p:embed/>
                </p:oleObj>
              </mc:Choice>
              <mc:Fallback>
                <p:oleObj name="Equation" r:id="rId4" imgW="2133360" imgH="457200" progId="Equation.3">
                  <p:embed/>
                  <p:pic>
                    <p:nvPicPr>
                      <p:cNvPr id="1904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853" y="4077444"/>
                        <a:ext cx="6561515" cy="115175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25198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9552" y="44624"/>
            <a:ext cx="7772400" cy="1470025"/>
          </a:xfrm>
        </p:spPr>
        <p:txBody>
          <a:bodyPr/>
          <a:lstStyle/>
          <a:p>
            <a:r>
              <a:rPr lang="en-US" dirty="0"/>
              <a:t>Modeling of Electromechanical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778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73</a:t>
            </a:fld>
            <a:endParaRPr lang="en-GB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44624"/>
            <a:ext cx="8229600" cy="792088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D.C Drives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4" y="4180344"/>
            <a:ext cx="91085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 algn="just">
              <a:buFont typeface="Arial" pitchFamily="34" charset="0"/>
              <a:buChar char="•"/>
            </a:pPr>
            <a:r>
              <a:rPr lang="en-GB" sz="2400" dirty="0"/>
              <a:t>Variable Voltage can be applied to the armature terminals of the DC motor . </a:t>
            </a:r>
          </a:p>
          <a:p>
            <a:pPr marL="179388" indent="-179388" algn="just">
              <a:buFont typeface="Arial" pitchFamily="34" charset="0"/>
              <a:buChar char="•"/>
            </a:pPr>
            <a:endParaRPr lang="en-GB" sz="1200" dirty="0"/>
          </a:p>
          <a:p>
            <a:pPr marL="179388" indent="-179388" algn="just">
              <a:buFont typeface="Arial" pitchFamily="34" charset="0"/>
              <a:buChar char="•"/>
            </a:pPr>
            <a:r>
              <a:rPr lang="en-GB" sz="2400" dirty="0"/>
              <a:t>Another method is to vary the flux per pole of the motor.  </a:t>
            </a:r>
          </a:p>
          <a:p>
            <a:pPr marL="179388" indent="-179388" algn="just">
              <a:buFont typeface="Arial" pitchFamily="34" charset="0"/>
              <a:buChar char="•"/>
            </a:pPr>
            <a:endParaRPr lang="en-GB" sz="1200" dirty="0"/>
          </a:p>
          <a:p>
            <a:pPr marL="179388" indent="-179388" algn="just">
              <a:buFont typeface="Arial" pitchFamily="34" charset="0"/>
              <a:buChar char="•"/>
            </a:pPr>
            <a:r>
              <a:rPr lang="en-GB" sz="2400" dirty="0"/>
              <a:t>The first method involve adjusting the motor’s armature while the latter method involves adjusting the motor field.  These methods are referred to as “armature control” and “field control.”</a:t>
            </a:r>
          </a:p>
        </p:txBody>
      </p:sp>
      <p:pic>
        <p:nvPicPr>
          <p:cNvPr id="140290" name="Picture 2" descr="parts of dc mach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836712"/>
            <a:ext cx="523875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22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94" name="Object 38"/>
          <p:cNvGraphicFramePr>
            <a:graphicFrameLocks noChangeAspect="1"/>
          </p:cNvGraphicFramePr>
          <p:nvPr/>
        </p:nvGraphicFramePr>
        <p:xfrm>
          <a:off x="349250" y="3538017"/>
          <a:ext cx="7310438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97200" imgH="355600" progId="Equation.3">
                  <p:embed/>
                </p:oleObj>
              </mc:Choice>
              <mc:Fallback>
                <p:oleObj name="Equation" r:id="rId2" imgW="2997200" imgH="355600" progId="Equation.3">
                  <p:embed/>
                  <p:pic>
                    <p:nvPicPr>
                      <p:cNvPr id="9629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3538017"/>
                        <a:ext cx="7310438" cy="827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97" name="Text Box 41"/>
          <p:cNvSpPr txBox="1">
            <a:spLocks noChangeArrowheads="1"/>
          </p:cNvSpPr>
          <p:nvPr/>
        </p:nvSpPr>
        <p:spPr bwMode="auto">
          <a:xfrm>
            <a:off x="467544" y="4581128"/>
            <a:ext cx="4029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 dirty="0"/>
              <a:t>Mechanical Subsystem</a:t>
            </a:r>
            <a:endParaRPr lang="en-US" dirty="0"/>
          </a:p>
        </p:txBody>
      </p:sp>
      <p:graphicFrame>
        <p:nvGraphicFramePr>
          <p:cNvPr id="96298" name="Object 42"/>
          <p:cNvGraphicFramePr>
            <a:graphicFrameLocks noChangeAspect="1"/>
          </p:cNvGraphicFramePr>
          <p:nvPr/>
        </p:nvGraphicFramePr>
        <p:xfrm>
          <a:off x="467544" y="5405438"/>
          <a:ext cx="2259716" cy="471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100" imgH="190500" progId="Equation.3">
                  <p:embed/>
                </p:oleObj>
              </mc:Choice>
              <mc:Fallback>
                <p:oleObj name="Equation" r:id="rId4" imgW="927100" imgH="190500" progId="Equation.3">
                  <p:embed/>
                  <p:pic>
                    <p:nvPicPr>
                      <p:cNvPr id="9629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5405438"/>
                        <a:ext cx="2259716" cy="4718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00" name="Text Box 44"/>
          <p:cNvSpPr txBox="1">
            <a:spLocks noChangeArrowheads="1"/>
          </p:cNvSpPr>
          <p:nvPr/>
        </p:nvSpPr>
        <p:spPr bwMode="auto">
          <a:xfrm>
            <a:off x="251520" y="1435423"/>
            <a:ext cx="420052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u="sng" dirty="0"/>
              <a:t>Input</a:t>
            </a:r>
            <a:r>
              <a:rPr lang="en-US" sz="2200" dirty="0"/>
              <a:t>: voltage </a:t>
            </a:r>
            <a:r>
              <a:rPr lang="en-US" sz="2200" i="1" dirty="0"/>
              <a:t>u</a:t>
            </a:r>
          </a:p>
          <a:p>
            <a:r>
              <a:rPr lang="en-US" sz="2200" u="sng" dirty="0"/>
              <a:t>Output</a:t>
            </a:r>
            <a:r>
              <a:rPr lang="en-US" sz="2200" dirty="0"/>
              <a:t>: Angular velocity </a:t>
            </a:r>
            <a:r>
              <a:rPr lang="en-US" sz="2200" b="0" dirty="0">
                <a:latin typeface="Times New Roman" pitchFamily="18" charset="0"/>
                <a:sym typeface="Symbol" pitchFamily="18" charset="2"/>
              </a:rPr>
              <a:t></a:t>
            </a:r>
            <a:r>
              <a:rPr lang="en-US" sz="2200" dirty="0"/>
              <a:t> </a:t>
            </a:r>
          </a:p>
        </p:txBody>
      </p:sp>
      <p:sp>
        <p:nvSpPr>
          <p:cNvPr id="96301" name="Text Box 45"/>
          <p:cNvSpPr txBox="1">
            <a:spLocks noChangeArrowheads="1"/>
          </p:cNvSpPr>
          <p:nvPr/>
        </p:nvSpPr>
        <p:spPr bwMode="auto">
          <a:xfrm>
            <a:off x="251520" y="2627620"/>
            <a:ext cx="41044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 dirty="0"/>
              <a:t>Electrical Subsystem</a:t>
            </a:r>
            <a:r>
              <a:rPr lang="en-US" dirty="0"/>
              <a:t> (loop method):</a:t>
            </a:r>
          </a:p>
        </p:txBody>
      </p:sp>
      <p:sp>
        <p:nvSpPr>
          <p:cNvPr id="46" name="Title 1"/>
          <p:cNvSpPr txBox="1">
            <a:spLocks/>
          </p:cNvSpPr>
          <p:nvPr/>
        </p:nvSpPr>
        <p:spPr>
          <a:xfrm>
            <a:off x="251520" y="44624"/>
            <a:ext cx="864096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Example-14: Armature Controlled D.C Motor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4860032" y="980728"/>
            <a:ext cx="4186885" cy="2318111"/>
            <a:chOff x="4860032" y="980728"/>
            <a:chExt cx="4186885" cy="23181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6127278" y="1450218"/>
              <a:ext cx="863475" cy="193959"/>
              <a:chOff x="1673" y="2077"/>
              <a:chExt cx="818" cy="149"/>
            </a:xfrm>
          </p:grpSpPr>
          <p:sp>
            <p:nvSpPr>
              <p:cNvPr id="96260" name="Arc 4"/>
              <p:cNvSpPr>
                <a:spLocks/>
              </p:cNvSpPr>
              <p:nvPr/>
            </p:nvSpPr>
            <p:spPr bwMode="auto">
              <a:xfrm>
                <a:off x="1673" y="2077"/>
                <a:ext cx="163" cy="141"/>
              </a:xfrm>
              <a:custGeom>
                <a:avLst/>
                <a:gdLst>
                  <a:gd name="G0" fmla="+- 21276 0 0"/>
                  <a:gd name="G1" fmla="+- 21600 0 0"/>
                  <a:gd name="G2" fmla="+- 21600 0 0"/>
                  <a:gd name="T0" fmla="*/ 0 w 42876"/>
                  <a:gd name="T1" fmla="*/ 17875 h 34596"/>
                  <a:gd name="T2" fmla="*/ 38529 w 42876"/>
                  <a:gd name="T3" fmla="*/ 34596 h 34596"/>
                  <a:gd name="T4" fmla="*/ 21276 w 42876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76" h="34596" fill="none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</a:path>
                  <a:path w="42876" h="34596" stroke="0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  <a:lnTo>
                      <a:pt x="21276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6261" name="Arc 5"/>
              <p:cNvSpPr>
                <a:spLocks/>
              </p:cNvSpPr>
              <p:nvPr/>
            </p:nvSpPr>
            <p:spPr bwMode="auto">
              <a:xfrm>
                <a:off x="1801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6262" name="Arc 6"/>
              <p:cNvSpPr>
                <a:spLocks/>
              </p:cNvSpPr>
              <p:nvPr/>
            </p:nvSpPr>
            <p:spPr bwMode="auto">
              <a:xfrm>
                <a:off x="1933" y="2077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6263" name="Arc 7"/>
              <p:cNvSpPr>
                <a:spLocks/>
              </p:cNvSpPr>
              <p:nvPr/>
            </p:nvSpPr>
            <p:spPr bwMode="auto">
              <a:xfrm>
                <a:off x="2065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6264" name="Arc 8"/>
              <p:cNvSpPr>
                <a:spLocks/>
              </p:cNvSpPr>
              <p:nvPr/>
            </p:nvSpPr>
            <p:spPr bwMode="auto">
              <a:xfrm>
                <a:off x="2195" y="2085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6265" name="Arc 9"/>
              <p:cNvSpPr>
                <a:spLocks/>
              </p:cNvSpPr>
              <p:nvPr/>
            </p:nvSpPr>
            <p:spPr bwMode="auto">
              <a:xfrm>
                <a:off x="2328" y="2081"/>
                <a:ext cx="163" cy="13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2961"/>
                  <a:gd name="T1" fmla="*/ 33539 h 33539"/>
                  <a:gd name="T2" fmla="*/ 42961 w 42961"/>
                  <a:gd name="T3" fmla="*/ 18398 h 33539"/>
                  <a:gd name="T4" fmla="*/ 21600 w 42961"/>
                  <a:gd name="T5" fmla="*/ 21600 h 33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61" h="33539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</a:path>
                  <a:path w="42961" h="33539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96266" name="Oval 10"/>
            <p:cNvSpPr>
              <a:spLocks noChangeArrowheads="1"/>
            </p:cNvSpPr>
            <p:nvPr/>
          </p:nvSpPr>
          <p:spPr bwMode="auto">
            <a:xfrm>
              <a:off x="4860032" y="1894331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67" name="Line 11"/>
            <p:cNvSpPr>
              <a:spLocks noChangeShapeType="1"/>
            </p:cNvSpPr>
            <p:nvPr/>
          </p:nvSpPr>
          <p:spPr bwMode="auto">
            <a:xfrm flipV="1">
              <a:off x="5101246" y="1513663"/>
              <a:ext cx="0" cy="391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68" name="Freeform 12"/>
            <p:cNvSpPr>
              <a:spLocks/>
            </p:cNvSpPr>
            <p:nvPr/>
          </p:nvSpPr>
          <p:spPr bwMode="auto">
            <a:xfrm rot="16200000">
              <a:off x="5524241" y="1014112"/>
              <a:ext cx="195772" cy="1019041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40"/>
                </a:cxn>
                <a:cxn ang="0">
                  <a:pos x="77" y="188"/>
                </a:cxn>
                <a:cxn ang="0">
                  <a:pos x="0" y="188"/>
                </a:cxn>
                <a:cxn ang="0">
                  <a:pos x="77" y="235"/>
                </a:cxn>
                <a:cxn ang="0">
                  <a:pos x="0" y="235"/>
                </a:cxn>
                <a:cxn ang="0">
                  <a:pos x="77" y="283"/>
                </a:cxn>
                <a:cxn ang="0">
                  <a:pos x="0" y="283"/>
                </a:cxn>
                <a:cxn ang="0">
                  <a:pos x="77" y="329"/>
                </a:cxn>
                <a:cxn ang="0">
                  <a:pos x="0" y="329"/>
                </a:cxn>
                <a:cxn ang="0">
                  <a:pos x="77" y="377"/>
                </a:cxn>
                <a:cxn ang="0">
                  <a:pos x="0" y="377"/>
                </a:cxn>
                <a:cxn ang="0">
                  <a:pos x="39" y="424"/>
                </a:cxn>
                <a:cxn ang="0">
                  <a:pos x="39" y="518"/>
                </a:cxn>
              </a:cxnLst>
              <a:rect l="0" t="0" r="r" b="b"/>
              <a:pathLst>
                <a:path w="78" h="519">
                  <a:moveTo>
                    <a:pt x="39" y="0"/>
                  </a:moveTo>
                  <a:lnTo>
                    <a:pt x="39" y="140"/>
                  </a:lnTo>
                  <a:lnTo>
                    <a:pt x="77" y="188"/>
                  </a:lnTo>
                  <a:lnTo>
                    <a:pt x="0" y="188"/>
                  </a:lnTo>
                  <a:lnTo>
                    <a:pt x="77" y="235"/>
                  </a:lnTo>
                  <a:lnTo>
                    <a:pt x="0" y="235"/>
                  </a:lnTo>
                  <a:lnTo>
                    <a:pt x="77" y="283"/>
                  </a:lnTo>
                  <a:lnTo>
                    <a:pt x="0" y="283"/>
                  </a:lnTo>
                  <a:lnTo>
                    <a:pt x="77" y="329"/>
                  </a:lnTo>
                  <a:lnTo>
                    <a:pt x="0" y="329"/>
                  </a:lnTo>
                  <a:lnTo>
                    <a:pt x="77" y="377"/>
                  </a:lnTo>
                  <a:lnTo>
                    <a:pt x="0" y="377"/>
                  </a:lnTo>
                  <a:lnTo>
                    <a:pt x="39" y="424"/>
                  </a:lnTo>
                  <a:lnTo>
                    <a:pt x="39" y="5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6269" name="Freeform 13"/>
            <p:cNvSpPr>
              <a:spLocks/>
            </p:cNvSpPr>
            <p:nvPr/>
          </p:nvSpPr>
          <p:spPr bwMode="auto">
            <a:xfrm>
              <a:off x="5111733" y="2416389"/>
              <a:ext cx="985830" cy="217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70" name="Text Box 14"/>
            <p:cNvSpPr txBox="1">
              <a:spLocks noChangeArrowheads="1"/>
            </p:cNvSpPr>
            <p:nvPr/>
          </p:nvSpPr>
          <p:spPr bwMode="auto">
            <a:xfrm>
              <a:off x="4891495" y="1926959"/>
              <a:ext cx="4404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 u</a:t>
              </a:r>
              <a:endParaRPr lang="en-US" sz="2000" dirty="0"/>
            </a:p>
          </p:txBody>
        </p:sp>
        <p:sp>
          <p:nvSpPr>
            <p:cNvPr id="96271" name="Line 15"/>
            <p:cNvSpPr>
              <a:spLocks noChangeShapeType="1"/>
            </p:cNvSpPr>
            <p:nvPr/>
          </p:nvSpPr>
          <p:spPr bwMode="auto">
            <a:xfrm>
              <a:off x="5887812" y="1742064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72" name="Text Box 16"/>
            <p:cNvSpPr txBox="1">
              <a:spLocks noChangeArrowheads="1"/>
            </p:cNvSpPr>
            <p:nvPr/>
          </p:nvSpPr>
          <p:spPr bwMode="auto">
            <a:xfrm>
              <a:off x="6055613" y="1660492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i</a:t>
              </a:r>
              <a:r>
                <a:rPr lang="en-US" sz="2000" baseline="-25000" dirty="0" err="1"/>
                <a:t>a</a:t>
              </a:r>
              <a:endParaRPr lang="en-US" sz="2000" dirty="0"/>
            </a:p>
          </p:txBody>
        </p:sp>
        <p:sp>
          <p:nvSpPr>
            <p:cNvPr id="96273" name="Line 17"/>
            <p:cNvSpPr>
              <a:spLocks noChangeShapeType="1"/>
            </p:cNvSpPr>
            <p:nvPr/>
          </p:nvSpPr>
          <p:spPr bwMode="auto">
            <a:xfrm>
              <a:off x="6092319" y="2639352"/>
              <a:ext cx="5244" cy="9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74" name="Line 18"/>
            <p:cNvSpPr>
              <a:spLocks noChangeShapeType="1"/>
            </p:cNvSpPr>
            <p:nvPr/>
          </p:nvSpPr>
          <p:spPr bwMode="auto">
            <a:xfrm>
              <a:off x="5931253" y="2740217"/>
              <a:ext cx="356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75" name="Line 19"/>
            <p:cNvSpPr>
              <a:spLocks noChangeShapeType="1"/>
            </p:cNvSpPr>
            <p:nvPr/>
          </p:nvSpPr>
          <p:spPr bwMode="auto">
            <a:xfrm>
              <a:off x="5988935" y="2811371"/>
              <a:ext cx="220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76" name="Text Box 20"/>
            <p:cNvSpPr txBox="1">
              <a:spLocks noChangeArrowheads="1"/>
            </p:cNvSpPr>
            <p:nvPr/>
          </p:nvSpPr>
          <p:spPr bwMode="auto">
            <a:xfrm>
              <a:off x="7159404" y="1891871"/>
              <a:ext cx="31789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T</a:t>
              </a:r>
            </a:p>
          </p:txBody>
        </p:sp>
        <p:sp>
          <p:nvSpPr>
            <p:cNvPr id="96277" name="Oval 21"/>
            <p:cNvSpPr>
              <a:spLocks noChangeArrowheads="1"/>
            </p:cNvSpPr>
            <p:nvPr/>
          </p:nvSpPr>
          <p:spPr bwMode="auto">
            <a:xfrm flipH="1">
              <a:off x="7037947" y="1829073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78" name="Line 22"/>
            <p:cNvSpPr>
              <a:spLocks noChangeShapeType="1"/>
            </p:cNvSpPr>
            <p:nvPr/>
          </p:nvSpPr>
          <p:spPr bwMode="auto">
            <a:xfrm flipV="1">
              <a:off x="7294892" y="1535415"/>
              <a:ext cx="5244" cy="206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79" name="Freeform 23"/>
            <p:cNvSpPr>
              <a:spLocks/>
            </p:cNvSpPr>
            <p:nvPr/>
          </p:nvSpPr>
          <p:spPr bwMode="auto">
            <a:xfrm flipH="1">
              <a:off x="6083580" y="2432704"/>
              <a:ext cx="1206069" cy="2012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80" name="Text Box 24"/>
            <p:cNvSpPr txBox="1">
              <a:spLocks noChangeArrowheads="1"/>
            </p:cNvSpPr>
            <p:nvPr/>
          </p:nvSpPr>
          <p:spPr bwMode="auto">
            <a:xfrm flipH="1">
              <a:off x="5223600" y="980728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R</a:t>
              </a:r>
              <a:r>
                <a:rPr lang="en-US" sz="2000" baseline="-25000" dirty="0"/>
                <a:t>a</a:t>
              </a:r>
              <a:endParaRPr lang="en-US" sz="2000" dirty="0"/>
            </a:p>
          </p:txBody>
        </p:sp>
        <p:sp>
          <p:nvSpPr>
            <p:cNvPr id="96281" name="Line 25"/>
            <p:cNvSpPr>
              <a:spLocks noChangeShapeType="1"/>
            </p:cNvSpPr>
            <p:nvPr/>
          </p:nvSpPr>
          <p:spPr bwMode="auto">
            <a:xfrm>
              <a:off x="6999493" y="1546292"/>
              <a:ext cx="304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82" name="Text Box 26"/>
            <p:cNvSpPr txBox="1">
              <a:spLocks noChangeArrowheads="1"/>
            </p:cNvSpPr>
            <p:nvPr/>
          </p:nvSpPr>
          <p:spPr bwMode="auto">
            <a:xfrm flipH="1">
              <a:off x="6429669" y="991604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/>
                <a:t>L</a:t>
              </a:r>
              <a:r>
                <a:rPr lang="en-US" sz="2000" baseline="-25000"/>
                <a:t>a</a:t>
              </a:r>
              <a:endParaRPr lang="en-US" sz="2000"/>
            </a:p>
          </p:txBody>
        </p:sp>
        <p:sp>
          <p:nvSpPr>
            <p:cNvPr id="96283" name="Rectangle 27"/>
            <p:cNvSpPr>
              <a:spLocks noChangeArrowheads="1"/>
            </p:cNvSpPr>
            <p:nvPr/>
          </p:nvSpPr>
          <p:spPr bwMode="auto">
            <a:xfrm>
              <a:off x="7198756" y="1736625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84" name="Rectangle 28"/>
            <p:cNvSpPr>
              <a:spLocks noChangeArrowheads="1"/>
            </p:cNvSpPr>
            <p:nvPr/>
          </p:nvSpPr>
          <p:spPr bwMode="auto">
            <a:xfrm>
              <a:off x="7193512" y="2351132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85" name="Rectangle 29"/>
            <p:cNvSpPr>
              <a:spLocks noChangeArrowheads="1"/>
            </p:cNvSpPr>
            <p:nvPr/>
          </p:nvSpPr>
          <p:spPr bwMode="auto">
            <a:xfrm>
              <a:off x="7539602" y="2046598"/>
              <a:ext cx="749860" cy="8519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86" name="Rectangle 30"/>
            <p:cNvSpPr>
              <a:spLocks noChangeArrowheads="1"/>
            </p:cNvSpPr>
            <p:nvPr/>
          </p:nvSpPr>
          <p:spPr bwMode="auto">
            <a:xfrm>
              <a:off x="8221293" y="1448406"/>
              <a:ext cx="288408" cy="1256204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87" name="Rectangle 31" descr="Light upward diagonal"/>
            <p:cNvSpPr>
              <a:spLocks noChangeArrowheads="1"/>
            </p:cNvSpPr>
            <p:nvPr/>
          </p:nvSpPr>
          <p:spPr bwMode="auto">
            <a:xfrm>
              <a:off x="7618258" y="1834511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88" name="Freeform 32"/>
            <p:cNvSpPr>
              <a:spLocks/>
            </p:cNvSpPr>
            <p:nvPr/>
          </p:nvSpPr>
          <p:spPr bwMode="auto">
            <a:xfrm>
              <a:off x="7623502" y="1834511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89" name="Rectangle 33" descr="Light upward diagonal"/>
            <p:cNvSpPr>
              <a:spLocks noChangeArrowheads="1"/>
            </p:cNvSpPr>
            <p:nvPr/>
          </p:nvSpPr>
          <p:spPr bwMode="auto">
            <a:xfrm flipV="1">
              <a:off x="7628746" y="2160798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90" name="Freeform 34"/>
            <p:cNvSpPr>
              <a:spLocks/>
            </p:cNvSpPr>
            <p:nvPr/>
          </p:nvSpPr>
          <p:spPr bwMode="auto">
            <a:xfrm flipV="1">
              <a:off x="7633990" y="2155360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91" name="Text Box 35"/>
            <p:cNvSpPr txBox="1">
              <a:spLocks noChangeArrowheads="1"/>
            </p:cNvSpPr>
            <p:nvPr/>
          </p:nvSpPr>
          <p:spPr bwMode="auto">
            <a:xfrm flipH="1">
              <a:off x="8257228" y="1908048"/>
              <a:ext cx="5023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J</a:t>
              </a:r>
              <a:endParaRPr lang="en-US" sz="2000" dirty="0"/>
            </a:p>
          </p:txBody>
        </p:sp>
        <p:sp>
          <p:nvSpPr>
            <p:cNvPr id="96295" name="Freeform 39"/>
            <p:cNvSpPr>
              <a:spLocks/>
            </p:cNvSpPr>
            <p:nvPr/>
          </p:nvSpPr>
          <p:spPr bwMode="auto">
            <a:xfrm>
              <a:off x="7994062" y="1883454"/>
              <a:ext cx="138086" cy="424173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25" y="30"/>
                </a:cxn>
                <a:cxn ang="0">
                  <a:pos x="1" y="120"/>
                </a:cxn>
                <a:cxn ang="0">
                  <a:pos x="19" y="210"/>
                </a:cxn>
                <a:cxn ang="0">
                  <a:pos x="67" y="234"/>
                </a:cxn>
              </a:cxnLst>
              <a:rect l="0" t="0" r="r" b="b"/>
              <a:pathLst>
                <a:path w="79" h="234">
                  <a:moveTo>
                    <a:pt x="79" y="0"/>
                  </a:moveTo>
                  <a:cubicBezTo>
                    <a:pt x="58" y="5"/>
                    <a:pt x="38" y="10"/>
                    <a:pt x="25" y="30"/>
                  </a:cubicBezTo>
                  <a:cubicBezTo>
                    <a:pt x="12" y="50"/>
                    <a:pt x="2" y="90"/>
                    <a:pt x="1" y="120"/>
                  </a:cubicBezTo>
                  <a:cubicBezTo>
                    <a:pt x="0" y="150"/>
                    <a:pt x="8" y="191"/>
                    <a:pt x="19" y="210"/>
                  </a:cubicBezTo>
                  <a:cubicBezTo>
                    <a:pt x="30" y="229"/>
                    <a:pt x="55" y="230"/>
                    <a:pt x="67" y="23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96" name="Text Box 40"/>
            <p:cNvSpPr txBox="1">
              <a:spLocks noChangeArrowheads="1"/>
            </p:cNvSpPr>
            <p:nvPr/>
          </p:nvSpPr>
          <p:spPr bwMode="auto">
            <a:xfrm flipH="1">
              <a:off x="7646225" y="2318503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sym typeface="Symbol" pitchFamily="18" charset="2"/>
                </a:rPr>
                <a:t></a:t>
              </a:r>
              <a:endParaRPr lang="en-US" sz="2000"/>
            </a:p>
          </p:txBody>
        </p:sp>
        <p:sp>
          <p:nvSpPr>
            <p:cNvPr id="96299" name="Text Box 43"/>
            <p:cNvSpPr txBox="1">
              <a:spLocks noChangeArrowheads="1"/>
            </p:cNvSpPr>
            <p:nvPr/>
          </p:nvSpPr>
          <p:spPr bwMode="auto">
            <a:xfrm flipH="1">
              <a:off x="7602734" y="1390145"/>
              <a:ext cx="37588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B</a:t>
              </a:r>
              <a:endParaRPr lang="en-US" sz="2000" dirty="0"/>
            </a:p>
          </p:txBody>
        </p:sp>
        <p:sp>
          <p:nvSpPr>
            <p:cNvPr id="45" name="Line 15"/>
            <p:cNvSpPr>
              <a:spLocks noChangeShapeType="1"/>
            </p:cNvSpPr>
            <p:nvPr/>
          </p:nvSpPr>
          <p:spPr bwMode="auto">
            <a:xfrm rot="16200000">
              <a:off x="6723638" y="2107666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" name="Text Box 16"/>
            <p:cNvSpPr txBox="1">
              <a:spLocks noChangeArrowheads="1"/>
            </p:cNvSpPr>
            <p:nvPr/>
          </p:nvSpPr>
          <p:spPr bwMode="auto">
            <a:xfrm>
              <a:off x="6581681" y="1868312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e</a:t>
              </a:r>
              <a:r>
                <a:rPr lang="en-US" sz="2000" baseline="-25000" dirty="0" err="1"/>
                <a:t>b</a:t>
              </a:r>
              <a:endParaRPr lang="en-US" sz="2000" dirty="0"/>
            </a:p>
          </p:txBody>
        </p:sp>
        <p:sp>
          <p:nvSpPr>
            <p:cNvPr id="55" name="Line 19"/>
            <p:cNvSpPr>
              <a:spLocks noChangeShapeType="1"/>
            </p:cNvSpPr>
            <p:nvPr/>
          </p:nvSpPr>
          <p:spPr bwMode="auto">
            <a:xfrm>
              <a:off x="6039870" y="2894501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7150433" y="2636912"/>
              <a:ext cx="764666" cy="661927"/>
              <a:chOff x="7609903" y="3055105"/>
              <a:chExt cx="764666" cy="661927"/>
            </a:xfrm>
          </p:grpSpPr>
          <p:grpSp>
            <p:nvGrpSpPr>
              <p:cNvPr id="48" name="Group 3"/>
              <p:cNvGrpSpPr>
                <a:grpSpLocks/>
              </p:cNvGrpSpPr>
              <p:nvPr/>
            </p:nvGrpSpPr>
            <p:grpSpPr bwMode="auto">
              <a:xfrm rot="19579827">
                <a:off x="7664245" y="3177472"/>
                <a:ext cx="458072" cy="135954"/>
                <a:chOff x="1673" y="2077"/>
                <a:chExt cx="818" cy="149"/>
              </a:xfrm>
            </p:grpSpPr>
            <p:sp>
              <p:nvSpPr>
                <p:cNvPr id="49" name="Arc 4"/>
                <p:cNvSpPr>
                  <a:spLocks/>
                </p:cNvSpPr>
                <p:nvPr/>
              </p:nvSpPr>
              <p:spPr bwMode="auto">
                <a:xfrm>
                  <a:off x="1673" y="2077"/>
                  <a:ext cx="163" cy="141"/>
                </a:xfrm>
                <a:custGeom>
                  <a:avLst/>
                  <a:gdLst>
                    <a:gd name="G0" fmla="+- 21276 0 0"/>
                    <a:gd name="G1" fmla="+- 21600 0 0"/>
                    <a:gd name="G2" fmla="+- 21600 0 0"/>
                    <a:gd name="T0" fmla="*/ 0 w 42876"/>
                    <a:gd name="T1" fmla="*/ 17875 h 34596"/>
                    <a:gd name="T2" fmla="*/ 38529 w 42876"/>
                    <a:gd name="T3" fmla="*/ 34596 h 34596"/>
                    <a:gd name="T4" fmla="*/ 21276 w 42876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876" h="34596" fill="none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</a:path>
                    <a:path w="42876" h="34596" stroke="0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  <a:lnTo>
                        <a:pt x="21276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0" name="Arc 5"/>
                <p:cNvSpPr>
                  <a:spLocks/>
                </p:cNvSpPr>
                <p:nvPr/>
              </p:nvSpPr>
              <p:spPr bwMode="auto">
                <a:xfrm>
                  <a:off x="1801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1" name="Arc 6"/>
                <p:cNvSpPr>
                  <a:spLocks/>
                </p:cNvSpPr>
                <p:nvPr/>
              </p:nvSpPr>
              <p:spPr bwMode="auto">
                <a:xfrm>
                  <a:off x="1933" y="2077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2" name="Arc 7"/>
                <p:cNvSpPr>
                  <a:spLocks/>
                </p:cNvSpPr>
                <p:nvPr/>
              </p:nvSpPr>
              <p:spPr bwMode="auto">
                <a:xfrm>
                  <a:off x="2065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3" name="Arc 8"/>
                <p:cNvSpPr>
                  <a:spLocks/>
                </p:cNvSpPr>
                <p:nvPr/>
              </p:nvSpPr>
              <p:spPr bwMode="auto">
                <a:xfrm>
                  <a:off x="2195" y="2085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4" name="Arc 9"/>
                <p:cNvSpPr>
                  <a:spLocks/>
                </p:cNvSpPr>
                <p:nvPr/>
              </p:nvSpPr>
              <p:spPr bwMode="auto">
                <a:xfrm>
                  <a:off x="2328" y="2081"/>
                  <a:ext cx="163" cy="137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2961"/>
                    <a:gd name="T1" fmla="*/ 33539 h 33539"/>
                    <a:gd name="T2" fmla="*/ 42961 w 42961"/>
                    <a:gd name="T3" fmla="*/ 18398 h 33539"/>
                    <a:gd name="T4" fmla="*/ 21600 w 42961"/>
                    <a:gd name="T5" fmla="*/ 21600 h 335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961" h="33539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</a:path>
                    <a:path w="42961" h="33539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cxnSp>
            <p:nvCxnSpPr>
              <p:cNvPr id="57" name="Straight Connector 56"/>
              <p:cNvCxnSpPr/>
              <p:nvPr/>
            </p:nvCxnSpPr>
            <p:spPr>
              <a:xfrm flipV="1">
                <a:off x="8086249" y="3055105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 flipV="1">
                <a:off x="7609903" y="3362102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7612924" y="3415145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8158545" y="3068960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flipH="1" flipV="1">
                <a:off x="7956376" y="3429000"/>
                <a:ext cx="144016" cy="2160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 flipH="1" flipV="1">
                <a:off x="8067211" y="3428995"/>
                <a:ext cx="108000" cy="144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 flipV="1">
                <a:off x="7826215" y="3573016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V="1">
                <a:off x="8144690" y="3370847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 Box 24"/>
            <p:cNvSpPr txBox="1">
              <a:spLocks noChangeArrowheads="1"/>
            </p:cNvSpPr>
            <p:nvPr/>
          </p:nvSpPr>
          <p:spPr bwMode="auto">
            <a:xfrm rot="19643315" flipH="1">
              <a:off x="7318726" y="2905978"/>
              <a:ext cx="17281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 dirty="0" err="1"/>
                <a:t>V</a:t>
              </a:r>
              <a:r>
                <a:rPr lang="en-US" sz="1600" baseline="-25000" dirty="0" err="1"/>
                <a:t>f</a:t>
              </a:r>
              <a:r>
                <a:rPr lang="en-US" sz="1600" i="1" dirty="0"/>
                <a:t>=constant</a:t>
              </a:r>
              <a:endParaRPr lang="en-US" sz="1600" dirty="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60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97" grpId="0"/>
      <p:bldP spid="96300" grpId="0"/>
      <p:bldP spid="9630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17" name="Text Box 37"/>
          <p:cNvSpPr txBox="1">
            <a:spLocks noChangeArrowheads="1"/>
          </p:cNvSpPr>
          <p:nvPr/>
        </p:nvSpPr>
        <p:spPr bwMode="auto">
          <a:xfrm>
            <a:off x="467544" y="2204864"/>
            <a:ext cx="287655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Torque-Current:</a:t>
            </a:r>
          </a:p>
          <a:p>
            <a:pPr>
              <a:spcBef>
                <a:spcPct val="50000"/>
              </a:spcBef>
            </a:pPr>
            <a:r>
              <a:rPr lang="en-US" dirty="0"/>
              <a:t>Voltage-Speed:</a:t>
            </a:r>
          </a:p>
        </p:txBody>
      </p:sp>
      <p:graphicFrame>
        <p:nvGraphicFramePr>
          <p:cNvPr id="97318" name="Object 38"/>
          <p:cNvGraphicFramePr>
            <a:graphicFrameLocks noChangeAspect="1"/>
          </p:cNvGraphicFramePr>
          <p:nvPr/>
        </p:nvGraphicFramePr>
        <p:xfrm>
          <a:off x="2211378" y="2137640"/>
          <a:ext cx="1693020" cy="4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190500" progId="Equation.3">
                  <p:embed/>
                </p:oleObj>
              </mc:Choice>
              <mc:Fallback>
                <p:oleObj name="Equation" r:id="rId2" imgW="698500" imgH="190500" progId="Equation.3">
                  <p:embed/>
                  <p:pic>
                    <p:nvPicPr>
                      <p:cNvPr id="9731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78" y="2137640"/>
                        <a:ext cx="1693020" cy="4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19" name="Text Box 39"/>
          <p:cNvSpPr txBox="1">
            <a:spLocks noChangeArrowheads="1"/>
          </p:cNvSpPr>
          <p:nvPr/>
        </p:nvSpPr>
        <p:spPr bwMode="auto">
          <a:xfrm>
            <a:off x="354184" y="3876901"/>
            <a:ext cx="8250264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200" dirty="0"/>
              <a:t>Combing previous equations results in the following mathematical model:</a:t>
            </a:r>
          </a:p>
        </p:txBody>
      </p:sp>
      <p:sp>
        <p:nvSpPr>
          <p:cNvPr id="97322" name="Text Box 42"/>
          <p:cNvSpPr txBox="1">
            <a:spLocks noChangeArrowheads="1"/>
          </p:cNvSpPr>
          <p:nvPr/>
        </p:nvSpPr>
        <p:spPr bwMode="auto">
          <a:xfrm>
            <a:off x="467544" y="1268760"/>
            <a:ext cx="402907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u="sng" dirty="0"/>
              <a:t>Power Transformation</a:t>
            </a:r>
            <a:r>
              <a:rPr lang="en-US" sz="2200" dirty="0"/>
              <a:t>:</a:t>
            </a:r>
          </a:p>
        </p:txBody>
      </p:sp>
      <p:graphicFrame>
        <p:nvGraphicFramePr>
          <p:cNvPr id="97323" name="Object 43"/>
          <p:cNvGraphicFramePr>
            <a:graphicFrameLocks noChangeAspect="1"/>
          </p:cNvGraphicFramePr>
          <p:nvPr/>
        </p:nvGraphicFramePr>
        <p:xfrm>
          <a:off x="2339752" y="2564904"/>
          <a:ext cx="1087661" cy="38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190417" progId="Equation.3">
                  <p:embed/>
                </p:oleObj>
              </mc:Choice>
              <mc:Fallback>
                <p:oleObj name="Equation" r:id="rId4" imgW="545863" imgH="190417" progId="Equation.3">
                  <p:embed/>
                  <p:pic>
                    <p:nvPicPr>
                      <p:cNvPr id="97323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564904"/>
                        <a:ext cx="1087661" cy="38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24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486726"/>
              </p:ext>
            </p:extLst>
          </p:nvPr>
        </p:nvGraphicFramePr>
        <p:xfrm>
          <a:off x="2599858" y="4797152"/>
          <a:ext cx="3888432" cy="138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300" imgH="571500" progId="Equation.3">
                  <p:embed/>
                </p:oleObj>
              </mc:Choice>
              <mc:Fallback>
                <p:oleObj name="Equation" r:id="rId6" imgW="1384300" imgH="571500" progId="Equation.3">
                  <p:embed/>
                  <p:pic>
                    <p:nvPicPr>
                      <p:cNvPr id="9732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9858" y="4797152"/>
                        <a:ext cx="3888432" cy="13898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itle 1"/>
          <p:cNvSpPr txBox="1">
            <a:spLocks/>
          </p:cNvSpPr>
          <p:nvPr/>
        </p:nvSpPr>
        <p:spPr>
          <a:xfrm>
            <a:off x="251520" y="44624"/>
            <a:ext cx="864096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Example-14: Armature Controlled D.C Motor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4860032" y="908720"/>
            <a:ext cx="4186885" cy="2318111"/>
            <a:chOff x="4860032" y="980728"/>
            <a:chExt cx="4186885" cy="2318111"/>
          </a:xfrm>
        </p:grpSpPr>
        <p:grpSp>
          <p:nvGrpSpPr>
            <p:cNvPr id="50" name="Group 3"/>
            <p:cNvGrpSpPr>
              <a:grpSpLocks/>
            </p:cNvGrpSpPr>
            <p:nvPr/>
          </p:nvGrpSpPr>
          <p:grpSpPr bwMode="auto">
            <a:xfrm>
              <a:off x="6127278" y="1450218"/>
              <a:ext cx="863475" cy="193959"/>
              <a:chOff x="1673" y="2077"/>
              <a:chExt cx="818" cy="149"/>
            </a:xfrm>
          </p:grpSpPr>
          <p:sp>
            <p:nvSpPr>
              <p:cNvPr id="100" name="Arc 4"/>
              <p:cNvSpPr>
                <a:spLocks/>
              </p:cNvSpPr>
              <p:nvPr/>
            </p:nvSpPr>
            <p:spPr bwMode="auto">
              <a:xfrm>
                <a:off x="1673" y="2077"/>
                <a:ext cx="163" cy="141"/>
              </a:xfrm>
              <a:custGeom>
                <a:avLst/>
                <a:gdLst>
                  <a:gd name="G0" fmla="+- 21276 0 0"/>
                  <a:gd name="G1" fmla="+- 21600 0 0"/>
                  <a:gd name="G2" fmla="+- 21600 0 0"/>
                  <a:gd name="T0" fmla="*/ 0 w 42876"/>
                  <a:gd name="T1" fmla="*/ 17875 h 34596"/>
                  <a:gd name="T2" fmla="*/ 38529 w 42876"/>
                  <a:gd name="T3" fmla="*/ 34596 h 34596"/>
                  <a:gd name="T4" fmla="*/ 21276 w 42876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76" h="34596" fill="none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</a:path>
                  <a:path w="42876" h="34596" stroke="0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  <a:lnTo>
                      <a:pt x="21276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1" name="Arc 5"/>
              <p:cNvSpPr>
                <a:spLocks/>
              </p:cNvSpPr>
              <p:nvPr/>
            </p:nvSpPr>
            <p:spPr bwMode="auto">
              <a:xfrm>
                <a:off x="1801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2" name="Arc 6"/>
              <p:cNvSpPr>
                <a:spLocks/>
              </p:cNvSpPr>
              <p:nvPr/>
            </p:nvSpPr>
            <p:spPr bwMode="auto">
              <a:xfrm>
                <a:off x="1933" y="2077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" name="Arc 7"/>
              <p:cNvSpPr>
                <a:spLocks/>
              </p:cNvSpPr>
              <p:nvPr/>
            </p:nvSpPr>
            <p:spPr bwMode="auto">
              <a:xfrm>
                <a:off x="2065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4" name="Arc 8"/>
              <p:cNvSpPr>
                <a:spLocks/>
              </p:cNvSpPr>
              <p:nvPr/>
            </p:nvSpPr>
            <p:spPr bwMode="auto">
              <a:xfrm>
                <a:off x="2195" y="2085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5" name="Arc 9"/>
              <p:cNvSpPr>
                <a:spLocks/>
              </p:cNvSpPr>
              <p:nvPr/>
            </p:nvSpPr>
            <p:spPr bwMode="auto">
              <a:xfrm>
                <a:off x="2328" y="2081"/>
                <a:ext cx="163" cy="13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2961"/>
                  <a:gd name="T1" fmla="*/ 33539 h 33539"/>
                  <a:gd name="T2" fmla="*/ 42961 w 42961"/>
                  <a:gd name="T3" fmla="*/ 18398 h 33539"/>
                  <a:gd name="T4" fmla="*/ 21600 w 42961"/>
                  <a:gd name="T5" fmla="*/ 21600 h 33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61" h="33539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</a:path>
                  <a:path w="42961" h="33539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51" name="Oval 10"/>
            <p:cNvSpPr>
              <a:spLocks noChangeArrowheads="1"/>
            </p:cNvSpPr>
            <p:nvPr/>
          </p:nvSpPr>
          <p:spPr bwMode="auto">
            <a:xfrm>
              <a:off x="4860032" y="1894331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2" name="Line 11"/>
            <p:cNvSpPr>
              <a:spLocks noChangeShapeType="1"/>
            </p:cNvSpPr>
            <p:nvPr/>
          </p:nvSpPr>
          <p:spPr bwMode="auto">
            <a:xfrm flipV="1">
              <a:off x="5101246" y="1513663"/>
              <a:ext cx="0" cy="391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" name="Freeform 12"/>
            <p:cNvSpPr>
              <a:spLocks/>
            </p:cNvSpPr>
            <p:nvPr/>
          </p:nvSpPr>
          <p:spPr bwMode="auto">
            <a:xfrm rot="16200000">
              <a:off x="5524241" y="1014112"/>
              <a:ext cx="195772" cy="1019041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40"/>
                </a:cxn>
                <a:cxn ang="0">
                  <a:pos x="77" y="188"/>
                </a:cxn>
                <a:cxn ang="0">
                  <a:pos x="0" y="188"/>
                </a:cxn>
                <a:cxn ang="0">
                  <a:pos x="77" y="235"/>
                </a:cxn>
                <a:cxn ang="0">
                  <a:pos x="0" y="235"/>
                </a:cxn>
                <a:cxn ang="0">
                  <a:pos x="77" y="283"/>
                </a:cxn>
                <a:cxn ang="0">
                  <a:pos x="0" y="283"/>
                </a:cxn>
                <a:cxn ang="0">
                  <a:pos x="77" y="329"/>
                </a:cxn>
                <a:cxn ang="0">
                  <a:pos x="0" y="329"/>
                </a:cxn>
                <a:cxn ang="0">
                  <a:pos x="77" y="377"/>
                </a:cxn>
                <a:cxn ang="0">
                  <a:pos x="0" y="377"/>
                </a:cxn>
                <a:cxn ang="0">
                  <a:pos x="39" y="424"/>
                </a:cxn>
                <a:cxn ang="0">
                  <a:pos x="39" y="518"/>
                </a:cxn>
              </a:cxnLst>
              <a:rect l="0" t="0" r="r" b="b"/>
              <a:pathLst>
                <a:path w="78" h="519">
                  <a:moveTo>
                    <a:pt x="39" y="0"/>
                  </a:moveTo>
                  <a:lnTo>
                    <a:pt x="39" y="140"/>
                  </a:lnTo>
                  <a:lnTo>
                    <a:pt x="77" y="188"/>
                  </a:lnTo>
                  <a:lnTo>
                    <a:pt x="0" y="188"/>
                  </a:lnTo>
                  <a:lnTo>
                    <a:pt x="77" y="235"/>
                  </a:lnTo>
                  <a:lnTo>
                    <a:pt x="0" y="235"/>
                  </a:lnTo>
                  <a:lnTo>
                    <a:pt x="77" y="283"/>
                  </a:lnTo>
                  <a:lnTo>
                    <a:pt x="0" y="283"/>
                  </a:lnTo>
                  <a:lnTo>
                    <a:pt x="77" y="329"/>
                  </a:lnTo>
                  <a:lnTo>
                    <a:pt x="0" y="329"/>
                  </a:lnTo>
                  <a:lnTo>
                    <a:pt x="77" y="377"/>
                  </a:lnTo>
                  <a:lnTo>
                    <a:pt x="0" y="377"/>
                  </a:lnTo>
                  <a:lnTo>
                    <a:pt x="39" y="424"/>
                  </a:lnTo>
                  <a:lnTo>
                    <a:pt x="39" y="5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13"/>
            <p:cNvSpPr>
              <a:spLocks/>
            </p:cNvSpPr>
            <p:nvPr/>
          </p:nvSpPr>
          <p:spPr bwMode="auto">
            <a:xfrm>
              <a:off x="5111733" y="2416389"/>
              <a:ext cx="985830" cy="217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" name="Text Box 14"/>
            <p:cNvSpPr txBox="1">
              <a:spLocks noChangeArrowheads="1"/>
            </p:cNvSpPr>
            <p:nvPr/>
          </p:nvSpPr>
          <p:spPr bwMode="auto">
            <a:xfrm>
              <a:off x="4891495" y="1926959"/>
              <a:ext cx="4404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 u</a:t>
              </a:r>
              <a:endParaRPr lang="en-US" sz="2000" dirty="0"/>
            </a:p>
          </p:txBody>
        </p:sp>
        <p:sp>
          <p:nvSpPr>
            <p:cNvPr id="56" name="Line 15"/>
            <p:cNvSpPr>
              <a:spLocks noChangeShapeType="1"/>
            </p:cNvSpPr>
            <p:nvPr/>
          </p:nvSpPr>
          <p:spPr bwMode="auto">
            <a:xfrm>
              <a:off x="5887812" y="1742064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" name="Text Box 16"/>
            <p:cNvSpPr txBox="1">
              <a:spLocks noChangeArrowheads="1"/>
            </p:cNvSpPr>
            <p:nvPr/>
          </p:nvSpPr>
          <p:spPr bwMode="auto">
            <a:xfrm>
              <a:off x="6055613" y="1660492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i</a:t>
              </a:r>
              <a:r>
                <a:rPr lang="en-US" sz="2000" baseline="-25000" dirty="0" err="1"/>
                <a:t>a</a:t>
              </a:r>
              <a:endParaRPr lang="en-US" sz="2000" dirty="0"/>
            </a:p>
          </p:txBody>
        </p:sp>
        <p:sp>
          <p:nvSpPr>
            <p:cNvPr id="58" name="Line 17"/>
            <p:cNvSpPr>
              <a:spLocks noChangeShapeType="1"/>
            </p:cNvSpPr>
            <p:nvPr/>
          </p:nvSpPr>
          <p:spPr bwMode="auto">
            <a:xfrm>
              <a:off x="6092319" y="2639352"/>
              <a:ext cx="5244" cy="9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9" name="Line 18"/>
            <p:cNvSpPr>
              <a:spLocks noChangeShapeType="1"/>
            </p:cNvSpPr>
            <p:nvPr/>
          </p:nvSpPr>
          <p:spPr bwMode="auto">
            <a:xfrm>
              <a:off x="5931253" y="2740217"/>
              <a:ext cx="356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" name="Line 19"/>
            <p:cNvSpPr>
              <a:spLocks noChangeShapeType="1"/>
            </p:cNvSpPr>
            <p:nvPr/>
          </p:nvSpPr>
          <p:spPr bwMode="auto">
            <a:xfrm>
              <a:off x="5988935" y="2811371"/>
              <a:ext cx="220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" name="Text Box 20"/>
            <p:cNvSpPr txBox="1">
              <a:spLocks noChangeArrowheads="1"/>
            </p:cNvSpPr>
            <p:nvPr/>
          </p:nvSpPr>
          <p:spPr bwMode="auto">
            <a:xfrm>
              <a:off x="7159404" y="1878016"/>
              <a:ext cx="31789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T</a:t>
              </a:r>
            </a:p>
          </p:txBody>
        </p:sp>
        <p:sp>
          <p:nvSpPr>
            <p:cNvPr id="62" name="Oval 21"/>
            <p:cNvSpPr>
              <a:spLocks noChangeArrowheads="1"/>
            </p:cNvSpPr>
            <p:nvPr/>
          </p:nvSpPr>
          <p:spPr bwMode="auto">
            <a:xfrm flipH="1">
              <a:off x="7037947" y="1829073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3" name="Line 22"/>
            <p:cNvSpPr>
              <a:spLocks noChangeShapeType="1"/>
            </p:cNvSpPr>
            <p:nvPr/>
          </p:nvSpPr>
          <p:spPr bwMode="auto">
            <a:xfrm flipV="1">
              <a:off x="7294892" y="1535415"/>
              <a:ext cx="5244" cy="206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4" name="Freeform 23"/>
            <p:cNvSpPr>
              <a:spLocks/>
            </p:cNvSpPr>
            <p:nvPr/>
          </p:nvSpPr>
          <p:spPr bwMode="auto">
            <a:xfrm flipH="1">
              <a:off x="6083580" y="2432704"/>
              <a:ext cx="1206069" cy="2012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5" name="Text Box 24"/>
            <p:cNvSpPr txBox="1">
              <a:spLocks noChangeArrowheads="1"/>
            </p:cNvSpPr>
            <p:nvPr/>
          </p:nvSpPr>
          <p:spPr bwMode="auto">
            <a:xfrm flipH="1">
              <a:off x="5223600" y="980728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R</a:t>
              </a:r>
              <a:r>
                <a:rPr lang="en-US" sz="2000" baseline="-25000" dirty="0"/>
                <a:t>a</a:t>
              </a:r>
              <a:endParaRPr lang="en-US" sz="2000" dirty="0"/>
            </a:p>
          </p:txBody>
        </p:sp>
        <p:sp>
          <p:nvSpPr>
            <p:cNvPr id="66" name="Line 25"/>
            <p:cNvSpPr>
              <a:spLocks noChangeShapeType="1"/>
            </p:cNvSpPr>
            <p:nvPr/>
          </p:nvSpPr>
          <p:spPr bwMode="auto">
            <a:xfrm>
              <a:off x="6999493" y="1546292"/>
              <a:ext cx="304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7" name="Text Box 26"/>
            <p:cNvSpPr txBox="1">
              <a:spLocks noChangeArrowheads="1"/>
            </p:cNvSpPr>
            <p:nvPr/>
          </p:nvSpPr>
          <p:spPr bwMode="auto">
            <a:xfrm flipH="1">
              <a:off x="6429669" y="991604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/>
                <a:t>L</a:t>
              </a:r>
              <a:r>
                <a:rPr lang="en-US" sz="2000" baseline="-25000"/>
                <a:t>a</a:t>
              </a:r>
              <a:endParaRPr lang="en-US" sz="2000"/>
            </a:p>
          </p:txBody>
        </p:sp>
        <p:sp>
          <p:nvSpPr>
            <p:cNvPr id="68" name="Rectangle 27"/>
            <p:cNvSpPr>
              <a:spLocks noChangeArrowheads="1"/>
            </p:cNvSpPr>
            <p:nvPr/>
          </p:nvSpPr>
          <p:spPr bwMode="auto">
            <a:xfrm>
              <a:off x="7198756" y="1736625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9" name="Rectangle 28"/>
            <p:cNvSpPr>
              <a:spLocks noChangeArrowheads="1"/>
            </p:cNvSpPr>
            <p:nvPr/>
          </p:nvSpPr>
          <p:spPr bwMode="auto">
            <a:xfrm>
              <a:off x="7193512" y="2351132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0" name="Rectangle 29"/>
            <p:cNvSpPr>
              <a:spLocks noChangeArrowheads="1"/>
            </p:cNvSpPr>
            <p:nvPr/>
          </p:nvSpPr>
          <p:spPr bwMode="auto">
            <a:xfrm>
              <a:off x="7539602" y="2046598"/>
              <a:ext cx="749860" cy="8519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" name="Rectangle 30"/>
            <p:cNvSpPr>
              <a:spLocks noChangeArrowheads="1"/>
            </p:cNvSpPr>
            <p:nvPr/>
          </p:nvSpPr>
          <p:spPr bwMode="auto">
            <a:xfrm>
              <a:off x="8221293" y="1448406"/>
              <a:ext cx="288408" cy="1256204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" name="Rectangle 31" descr="Light upward diagonal"/>
            <p:cNvSpPr>
              <a:spLocks noChangeArrowheads="1"/>
            </p:cNvSpPr>
            <p:nvPr/>
          </p:nvSpPr>
          <p:spPr bwMode="auto">
            <a:xfrm>
              <a:off x="7618258" y="1834511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3" name="Freeform 32"/>
            <p:cNvSpPr>
              <a:spLocks/>
            </p:cNvSpPr>
            <p:nvPr/>
          </p:nvSpPr>
          <p:spPr bwMode="auto">
            <a:xfrm>
              <a:off x="7623502" y="1834511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4" name="Rectangle 33" descr="Light upward diagonal"/>
            <p:cNvSpPr>
              <a:spLocks noChangeArrowheads="1"/>
            </p:cNvSpPr>
            <p:nvPr/>
          </p:nvSpPr>
          <p:spPr bwMode="auto">
            <a:xfrm flipV="1">
              <a:off x="7628746" y="2160798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5" name="Freeform 34"/>
            <p:cNvSpPr>
              <a:spLocks/>
            </p:cNvSpPr>
            <p:nvPr/>
          </p:nvSpPr>
          <p:spPr bwMode="auto">
            <a:xfrm flipV="1">
              <a:off x="7633990" y="2155360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" name="Text Box 35"/>
            <p:cNvSpPr txBox="1">
              <a:spLocks noChangeArrowheads="1"/>
            </p:cNvSpPr>
            <p:nvPr/>
          </p:nvSpPr>
          <p:spPr bwMode="auto">
            <a:xfrm flipH="1">
              <a:off x="8257228" y="1908048"/>
              <a:ext cx="5023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J</a:t>
              </a:r>
              <a:endParaRPr lang="en-US" sz="2000" dirty="0"/>
            </a:p>
          </p:txBody>
        </p:sp>
        <p:sp>
          <p:nvSpPr>
            <p:cNvPr id="77" name="Freeform 39"/>
            <p:cNvSpPr>
              <a:spLocks/>
            </p:cNvSpPr>
            <p:nvPr/>
          </p:nvSpPr>
          <p:spPr bwMode="auto">
            <a:xfrm>
              <a:off x="7994062" y="1883454"/>
              <a:ext cx="138086" cy="424173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25" y="30"/>
                </a:cxn>
                <a:cxn ang="0">
                  <a:pos x="1" y="120"/>
                </a:cxn>
                <a:cxn ang="0">
                  <a:pos x="19" y="210"/>
                </a:cxn>
                <a:cxn ang="0">
                  <a:pos x="67" y="234"/>
                </a:cxn>
              </a:cxnLst>
              <a:rect l="0" t="0" r="r" b="b"/>
              <a:pathLst>
                <a:path w="79" h="234">
                  <a:moveTo>
                    <a:pt x="79" y="0"/>
                  </a:moveTo>
                  <a:cubicBezTo>
                    <a:pt x="58" y="5"/>
                    <a:pt x="38" y="10"/>
                    <a:pt x="25" y="30"/>
                  </a:cubicBezTo>
                  <a:cubicBezTo>
                    <a:pt x="12" y="50"/>
                    <a:pt x="2" y="90"/>
                    <a:pt x="1" y="120"/>
                  </a:cubicBezTo>
                  <a:cubicBezTo>
                    <a:pt x="0" y="150"/>
                    <a:pt x="8" y="191"/>
                    <a:pt x="19" y="210"/>
                  </a:cubicBezTo>
                  <a:cubicBezTo>
                    <a:pt x="30" y="229"/>
                    <a:pt x="55" y="230"/>
                    <a:pt x="67" y="23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" name="Text Box 40"/>
            <p:cNvSpPr txBox="1">
              <a:spLocks noChangeArrowheads="1"/>
            </p:cNvSpPr>
            <p:nvPr/>
          </p:nvSpPr>
          <p:spPr bwMode="auto">
            <a:xfrm flipH="1">
              <a:off x="7646225" y="2318503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sym typeface="Symbol" pitchFamily="18" charset="2"/>
                </a:rPr>
                <a:t></a:t>
              </a:r>
              <a:endParaRPr lang="en-US" sz="2000"/>
            </a:p>
          </p:txBody>
        </p:sp>
        <p:sp>
          <p:nvSpPr>
            <p:cNvPr id="79" name="Text Box 43"/>
            <p:cNvSpPr txBox="1">
              <a:spLocks noChangeArrowheads="1"/>
            </p:cNvSpPr>
            <p:nvPr/>
          </p:nvSpPr>
          <p:spPr bwMode="auto">
            <a:xfrm flipH="1">
              <a:off x="7602734" y="1390145"/>
              <a:ext cx="37588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B</a:t>
              </a:r>
              <a:endParaRPr lang="en-US" sz="2000" dirty="0"/>
            </a:p>
          </p:txBody>
        </p:sp>
        <p:sp>
          <p:nvSpPr>
            <p:cNvPr id="80" name="Line 15"/>
            <p:cNvSpPr>
              <a:spLocks noChangeShapeType="1"/>
            </p:cNvSpPr>
            <p:nvPr/>
          </p:nvSpPr>
          <p:spPr bwMode="auto">
            <a:xfrm rot="16200000">
              <a:off x="6723638" y="2107666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1" name="Text Box 16"/>
            <p:cNvSpPr txBox="1">
              <a:spLocks noChangeArrowheads="1"/>
            </p:cNvSpPr>
            <p:nvPr/>
          </p:nvSpPr>
          <p:spPr bwMode="auto">
            <a:xfrm>
              <a:off x="6581681" y="1868312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e</a:t>
              </a:r>
              <a:r>
                <a:rPr lang="en-US" sz="2000" baseline="-25000" dirty="0" err="1"/>
                <a:t>b</a:t>
              </a:r>
              <a:endParaRPr lang="en-US" sz="2000" dirty="0"/>
            </a:p>
          </p:txBody>
        </p:sp>
        <p:sp>
          <p:nvSpPr>
            <p:cNvPr id="82" name="Line 19"/>
            <p:cNvSpPr>
              <a:spLocks noChangeShapeType="1"/>
            </p:cNvSpPr>
            <p:nvPr/>
          </p:nvSpPr>
          <p:spPr bwMode="auto">
            <a:xfrm>
              <a:off x="6039870" y="2894501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83" name="Group 67"/>
            <p:cNvGrpSpPr/>
            <p:nvPr/>
          </p:nvGrpSpPr>
          <p:grpSpPr>
            <a:xfrm>
              <a:off x="7150433" y="2636912"/>
              <a:ext cx="764666" cy="661927"/>
              <a:chOff x="7609903" y="3055105"/>
              <a:chExt cx="764666" cy="661927"/>
            </a:xfrm>
          </p:grpSpPr>
          <p:grpSp>
            <p:nvGrpSpPr>
              <p:cNvPr id="85" name="Group 3"/>
              <p:cNvGrpSpPr>
                <a:grpSpLocks/>
              </p:cNvGrpSpPr>
              <p:nvPr/>
            </p:nvGrpSpPr>
            <p:grpSpPr bwMode="auto">
              <a:xfrm rot="19579827">
                <a:off x="7664245" y="3177472"/>
                <a:ext cx="458072" cy="135954"/>
                <a:chOff x="1673" y="2077"/>
                <a:chExt cx="818" cy="149"/>
              </a:xfrm>
            </p:grpSpPr>
            <p:sp>
              <p:nvSpPr>
                <p:cNvPr id="94" name="Arc 4"/>
                <p:cNvSpPr>
                  <a:spLocks/>
                </p:cNvSpPr>
                <p:nvPr/>
              </p:nvSpPr>
              <p:spPr bwMode="auto">
                <a:xfrm>
                  <a:off x="1673" y="2077"/>
                  <a:ext cx="163" cy="141"/>
                </a:xfrm>
                <a:custGeom>
                  <a:avLst/>
                  <a:gdLst>
                    <a:gd name="G0" fmla="+- 21276 0 0"/>
                    <a:gd name="G1" fmla="+- 21600 0 0"/>
                    <a:gd name="G2" fmla="+- 21600 0 0"/>
                    <a:gd name="T0" fmla="*/ 0 w 42876"/>
                    <a:gd name="T1" fmla="*/ 17875 h 34596"/>
                    <a:gd name="T2" fmla="*/ 38529 w 42876"/>
                    <a:gd name="T3" fmla="*/ 34596 h 34596"/>
                    <a:gd name="T4" fmla="*/ 21276 w 42876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876" h="34596" fill="none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</a:path>
                    <a:path w="42876" h="34596" stroke="0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  <a:lnTo>
                        <a:pt x="21276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95" name="Arc 5"/>
                <p:cNvSpPr>
                  <a:spLocks/>
                </p:cNvSpPr>
                <p:nvPr/>
              </p:nvSpPr>
              <p:spPr bwMode="auto">
                <a:xfrm>
                  <a:off x="1801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96" name="Arc 6"/>
                <p:cNvSpPr>
                  <a:spLocks/>
                </p:cNvSpPr>
                <p:nvPr/>
              </p:nvSpPr>
              <p:spPr bwMode="auto">
                <a:xfrm>
                  <a:off x="1933" y="2077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97" name="Arc 7"/>
                <p:cNvSpPr>
                  <a:spLocks/>
                </p:cNvSpPr>
                <p:nvPr/>
              </p:nvSpPr>
              <p:spPr bwMode="auto">
                <a:xfrm>
                  <a:off x="2065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98" name="Arc 8"/>
                <p:cNvSpPr>
                  <a:spLocks/>
                </p:cNvSpPr>
                <p:nvPr/>
              </p:nvSpPr>
              <p:spPr bwMode="auto">
                <a:xfrm>
                  <a:off x="2195" y="2085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99" name="Arc 9"/>
                <p:cNvSpPr>
                  <a:spLocks/>
                </p:cNvSpPr>
                <p:nvPr/>
              </p:nvSpPr>
              <p:spPr bwMode="auto">
                <a:xfrm>
                  <a:off x="2328" y="2081"/>
                  <a:ext cx="163" cy="137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2961"/>
                    <a:gd name="T1" fmla="*/ 33539 h 33539"/>
                    <a:gd name="T2" fmla="*/ 42961 w 42961"/>
                    <a:gd name="T3" fmla="*/ 18398 h 33539"/>
                    <a:gd name="T4" fmla="*/ 21600 w 42961"/>
                    <a:gd name="T5" fmla="*/ 21600 h 335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961" h="33539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</a:path>
                    <a:path w="42961" h="33539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cxnSp>
            <p:nvCxnSpPr>
              <p:cNvPr id="86" name="Straight Connector 85"/>
              <p:cNvCxnSpPr/>
              <p:nvPr/>
            </p:nvCxnSpPr>
            <p:spPr>
              <a:xfrm flipV="1">
                <a:off x="8086249" y="3055105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V="1">
                <a:off x="7609903" y="3362102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7612924" y="3415145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8158545" y="3068960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flipH="1" flipV="1">
                <a:off x="7956376" y="3429000"/>
                <a:ext cx="144016" cy="2160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H="1" flipV="1">
                <a:off x="8067211" y="3428995"/>
                <a:ext cx="108000" cy="144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flipV="1">
                <a:off x="7826215" y="3573016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flipV="1">
                <a:off x="8144690" y="3370847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Text Box 24"/>
            <p:cNvSpPr txBox="1">
              <a:spLocks noChangeArrowheads="1"/>
            </p:cNvSpPr>
            <p:nvPr/>
          </p:nvSpPr>
          <p:spPr bwMode="auto">
            <a:xfrm rot="19643315" flipH="1">
              <a:off x="7318726" y="2905978"/>
              <a:ext cx="17281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 dirty="0" err="1"/>
                <a:t>V</a:t>
              </a:r>
              <a:r>
                <a:rPr lang="en-US" sz="1600" baseline="-25000" dirty="0" err="1"/>
                <a:t>f</a:t>
              </a:r>
              <a:r>
                <a:rPr lang="en-US" sz="1600" i="1" dirty="0"/>
                <a:t>=constant</a:t>
              </a:r>
              <a:endParaRPr lang="en-US" sz="1600" dirty="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48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1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467544" y="1196752"/>
            <a:ext cx="828675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200" dirty="0"/>
              <a:t>Taking Laplace transform of the system’s differential  equations with zero initial conditions gives:</a:t>
            </a:r>
          </a:p>
        </p:txBody>
      </p:sp>
      <p:sp>
        <p:nvSpPr>
          <p:cNvPr id="100391" name="Text Box 39"/>
          <p:cNvSpPr txBox="1">
            <a:spLocks noChangeArrowheads="1"/>
          </p:cNvSpPr>
          <p:nvPr/>
        </p:nvSpPr>
        <p:spPr bwMode="auto">
          <a:xfrm>
            <a:off x="539552" y="4005064"/>
            <a:ext cx="825817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Eliminating </a:t>
            </a:r>
            <a:r>
              <a:rPr lang="en-US" sz="2200" i="1" dirty="0" err="1"/>
              <a:t>I</a:t>
            </a:r>
            <a:r>
              <a:rPr lang="en-US" sz="2200" i="1" baseline="-25000" dirty="0" err="1"/>
              <a:t>a</a:t>
            </a:r>
            <a:r>
              <a:rPr lang="en-US" sz="2200" dirty="0"/>
              <a:t> yields the input-output transfer function</a:t>
            </a:r>
          </a:p>
        </p:txBody>
      </p:sp>
      <p:graphicFrame>
        <p:nvGraphicFramePr>
          <p:cNvPr id="100393" name="Object 41"/>
          <p:cNvGraphicFramePr>
            <a:graphicFrameLocks noChangeAspect="1"/>
          </p:cNvGraphicFramePr>
          <p:nvPr/>
        </p:nvGraphicFramePr>
        <p:xfrm>
          <a:off x="1836738" y="5013325"/>
          <a:ext cx="5297487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800" imgH="393700" progId="Equation.3">
                  <p:embed/>
                </p:oleObj>
              </mc:Choice>
              <mc:Fallback>
                <p:oleObj name="Equation" r:id="rId2" imgW="2336800" imgH="393700" progId="Equation.3">
                  <p:embed/>
                  <p:pic>
                    <p:nvPicPr>
                      <p:cNvPr id="10039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5013325"/>
                        <a:ext cx="5297487" cy="9064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95" name="Object 43"/>
          <p:cNvGraphicFramePr>
            <a:graphicFrameLocks noChangeAspect="1"/>
          </p:cNvGraphicFramePr>
          <p:nvPr/>
        </p:nvGraphicFramePr>
        <p:xfrm>
          <a:off x="579438" y="2205038"/>
          <a:ext cx="5432722" cy="1151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500" imgH="419100" progId="Equation.3">
                  <p:embed/>
                </p:oleObj>
              </mc:Choice>
              <mc:Fallback>
                <p:oleObj name="Equation" r:id="rId4" imgW="1714500" imgH="419100" progId="Equation.3">
                  <p:embed/>
                  <p:pic>
                    <p:nvPicPr>
                      <p:cNvPr id="10039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2205038"/>
                        <a:ext cx="5432722" cy="1151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itle 1"/>
          <p:cNvSpPr txBox="1">
            <a:spLocks/>
          </p:cNvSpPr>
          <p:nvPr/>
        </p:nvSpPr>
        <p:spPr>
          <a:xfrm>
            <a:off x="251520" y="44624"/>
            <a:ext cx="864096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Example-14: Armature Controlled D.C Motor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39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9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type="title"/>
          </p:nvPr>
        </p:nvSpPr>
        <p:spPr>
          <a:xfrm>
            <a:off x="723900" y="390525"/>
            <a:ext cx="7772400" cy="1143000"/>
          </a:xfrm>
        </p:spPr>
        <p:txBody>
          <a:bodyPr/>
          <a:lstStyle/>
          <a:p>
            <a:r>
              <a:rPr lang="en-US" sz="3600" dirty="0"/>
              <a:t>Reduced Order Model</a:t>
            </a: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323528" y="1552575"/>
            <a:ext cx="76009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Assuming small inductance, </a:t>
            </a:r>
            <a:r>
              <a:rPr lang="en-US" sz="2200" i="1" dirty="0"/>
              <a:t>L</a:t>
            </a:r>
            <a:r>
              <a:rPr lang="en-US" sz="2200" i="1" baseline="-25000" dirty="0"/>
              <a:t>a</a:t>
            </a:r>
            <a:r>
              <a:rPr lang="en-US" sz="2200" dirty="0"/>
              <a:t> </a:t>
            </a:r>
            <a:r>
              <a:rPr lang="en-US" sz="2200" dirty="0">
                <a:sym typeface="Symbol" pitchFamily="18" charset="2"/>
              </a:rPr>
              <a:t>0</a:t>
            </a:r>
            <a:endParaRPr lang="en-US" sz="2200" dirty="0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251520" y="44624"/>
            <a:ext cx="864096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Example-14: Armature Controlled D.C Motor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77</a:t>
            </a:fld>
            <a:endParaRPr lang="en-GB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419153"/>
              </p:ext>
            </p:extLst>
          </p:nvPr>
        </p:nvGraphicFramePr>
        <p:xfrm>
          <a:off x="2483768" y="2204864"/>
          <a:ext cx="397351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431640" progId="Equation.3">
                  <p:embed/>
                </p:oleObj>
              </mc:Choice>
              <mc:Fallback>
                <p:oleObj name="Equation" r:id="rId2" imgW="1752480" imgH="43164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204864"/>
                        <a:ext cx="3973513" cy="9937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14071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323528" y="1124744"/>
            <a:ext cx="76009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If output of the </a:t>
            </a:r>
            <a:r>
              <a:rPr lang="en-US" sz="2200" dirty="0" err="1"/>
              <a:t>D.C</a:t>
            </a:r>
            <a:r>
              <a:rPr lang="en-US" sz="2200" dirty="0"/>
              <a:t> motor is angular position </a:t>
            </a:r>
            <a:r>
              <a:rPr lang="el-GR" sz="2200" dirty="0"/>
              <a:t>θ</a:t>
            </a:r>
            <a:r>
              <a:rPr lang="en-GB" sz="2200" dirty="0"/>
              <a:t> then we know</a:t>
            </a:r>
            <a:r>
              <a:rPr lang="en-US" sz="2200" dirty="0"/>
              <a:t> </a:t>
            </a: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251520" y="4437112"/>
            <a:ext cx="576064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Which yields following transfer function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251520" y="44624"/>
            <a:ext cx="864096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Example-14: Armature Controlled D.C Motor</a:t>
            </a:r>
          </a:p>
        </p:txBody>
      </p:sp>
      <p:graphicFrame>
        <p:nvGraphicFramePr>
          <p:cNvPr id="76805" name="Object 2"/>
          <p:cNvGraphicFramePr>
            <a:graphicFrameLocks noChangeAspect="1"/>
          </p:cNvGraphicFramePr>
          <p:nvPr/>
        </p:nvGraphicFramePr>
        <p:xfrm>
          <a:off x="251520" y="2348880"/>
          <a:ext cx="3941762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4534" imgH="355446" progId="Equation.3">
                  <p:embed/>
                </p:oleObj>
              </mc:Choice>
              <mc:Fallback>
                <p:oleObj name="Equation" r:id="rId2" imgW="1764534" imgH="355446" progId="Equation.3">
                  <p:embed/>
                  <p:pic>
                    <p:nvPicPr>
                      <p:cNvPr id="7680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348880"/>
                        <a:ext cx="3941762" cy="804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4957115" y="1916832"/>
            <a:ext cx="4186885" cy="2318111"/>
            <a:chOff x="4860032" y="980728"/>
            <a:chExt cx="4186885" cy="2318111"/>
          </a:xfrm>
        </p:grpSpPr>
        <p:grpSp>
          <p:nvGrpSpPr>
            <p:cNvPr id="28" name="Group 3"/>
            <p:cNvGrpSpPr>
              <a:grpSpLocks/>
            </p:cNvGrpSpPr>
            <p:nvPr/>
          </p:nvGrpSpPr>
          <p:grpSpPr bwMode="auto">
            <a:xfrm>
              <a:off x="6127278" y="1450218"/>
              <a:ext cx="863475" cy="193959"/>
              <a:chOff x="1673" y="2077"/>
              <a:chExt cx="818" cy="149"/>
            </a:xfrm>
          </p:grpSpPr>
          <p:sp>
            <p:nvSpPr>
              <p:cNvPr id="78" name="Arc 4"/>
              <p:cNvSpPr>
                <a:spLocks/>
              </p:cNvSpPr>
              <p:nvPr/>
            </p:nvSpPr>
            <p:spPr bwMode="auto">
              <a:xfrm>
                <a:off x="1673" y="2077"/>
                <a:ext cx="163" cy="141"/>
              </a:xfrm>
              <a:custGeom>
                <a:avLst/>
                <a:gdLst>
                  <a:gd name="G0" fmla="+- 21276 0 0"/>
                  <a:gd name="G1" fmla="+- 21600 0 0"/>
                  <a:gd name="G2" fmla="+- 21600 0 0"/>
                  <a:gd name="T0" fmla="*/ 0 w 42876"/>
                  <a:gd name="T1" fmla="*/ 17875 h 34596"/>
                  <a:gd name="T2" fmla="*/ 38529 w 42876"/>
                  <a:gd name="T3" fmla="*/ 34596 h 34596"/>
                  <a:gd name="T4" fmla="*/ 21276 w 42876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76" h="34596" fill="none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</a:path>
                  <a:path w="42876" h="34596" stroke="0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  <a:lnTo>
                      <a:pt x="21276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9" name="Arc 5"/>
              <p:cNvSpPr>
                <a:spLocks/>
              </p:cNvSpPr>
              <p:nvPr/>
            </p:nvSpPr>
            <p:spPr bwMode="auto">
              <a:xfrm>
                <a:off x="1801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0" name="Arc 6"/>
              <p:cNvSpPr>
                <a:spLocks/>
              </p:cNvSpPr>
              <p:nvPr/>
            </p:nvSpPr>
            <p:spPr bwMode="auto">
              <a:xfrm>
                <a:off x="1933" y="2077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1" name="Arc 7"/>
              <p:cNvSpPr>
                <a:spLocks/>
              </p:cNvSpPr>
              <p:nvPr/>
            </p:nvSpPr>
            <p:spPr bwMode="auto">
              <a:xfrm>
                <a:off x="2065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2" name="Arc 8"/>
              <p:cNvSpPr>
                <a:spLocks/>
              </p:cNvSpPr>
              <p:nvPr/>
            </p:nvSpPr>
            <p:spPr bwMode="auto">
              <a:xfrm>
                <a:off x="2195" y="2085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3" name="Arc 9"/>
              <p:cNvSpPr>
                <a:spLocks/>
              </p:cNvSpPr>
              <p:nvPr/>
            </p:nvSpPr>
            <p:spPr bwMode="auto">
              <a:xfrm>
                <a:off x="2328" y="2081"/>
                <a:ext cx="163" cy="13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2961"/>
                  <a:gd name="T1" fmla="*/ 33539 h 33539"/>
                  <a:gd name="T2" fmla="*/ 42961 w 42961"/>
                  <a:gd name="T3" fmla="*/ 18398 h 33539"/>
                  <a:gd name="T4" fmla="*/ 21600 w 42961"/>
                  <a:gd name="T5" fmla="*/ 21600 h 33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61" h="33539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</a:path>
                  <a:path w="42961" h="33539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4860032" y="1894331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" name="Line 11"/>
            <p:cNvSpPr>
              <a:spLocks noChangeShapeType="1"/>
            </p:cNvSpPr>
            <p:nvPr/>
          </p:nvSpPr>
          <p:spPr bwMode="auto">
            <a:xfrm flipV="1">
              <a:off x="5101246" y="1513663"/>
              <a:ext cx="0" cy="391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" name="Freeform 12"/>
            <p:cNvSpPr>
              <a:spLocks/>
            </p:cNvSpPr>
            <p:nvPr/>
          </p:nvSpPr>
          <p:spPr bwMode="auto">
            <a:xfrm rot="16200000">
              <a:off x="5524241" y="1014112"/>
              <a:ext cx="195772" cy="1019041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40"/>
                </a:cxn>
                <a:cxn ang="0">
                  <a:pos x="77" y="188"/>
                </a:cxn>
                <a:cxn ang="0">
                  <a:pos x="0" y="188"/>
                </a:cxn>
                <a:cxn ang="0">
                  <a:pos x="77" y="235"/>
                </a:cxn>
                <a:cxn ang="0">
                  <a:pos x="0" y="235"/>
                </a:cxn>
                <a:cxn ang="0">
                  <a:pos x="77" y="283"/>
                </a:cxn>
                <a:cxn ang="0">
                  <a:pos x="0" y="283"/>
                </a:cxn>
                <a:cxn ang="0">
                  <a:pos x="77" y="329"/>
                </a:cxn>
                <a:cxn ang="0">
                  <a:pos x="0" y="329"/>
                </a:cxn>
                <a:cxn ang="0">
                  <a:pos x="77" y="377"/>
                </a:cxn>
                <a:cxn ang="0">
                  <a:pos x="0" y="377"/>
                </a:cxn>
                <a:cxn ang="0">
                  <a:pos x="39" y="424"/>
                </a:cxn>
                <a:cxn ang="0">
                  <a:pos x="39" y="518"/>
                </a:cxn>
              </a:cxnLst>
              <a:rect l="0" t="0" r="r" b="b"/>
              <a:pathLst>
                <a:path w="78" h="519">
                  <a:moveTo>
                    <a:pt x="39" y="0"/>
                  </a:moveTo>
                  <a:lnTo>
                    <a:pt x="39" y="140"/>
                  </a:lnTo>
                  <a:lnTo>
                    <a:pt x="77" y="188"/>
                  </a:lnTo>
                  <a:lnTo>
                    <a:pt x="0" y="188"/>
                  </a:lnTo>
                  <a:lnTo>
                    <a:pt x="77" y="235"/>
                  </a:lnTo>
                  <a:lnTo>
                    <a:pt x="0" y="235"/>
                  </a:lnTo>
                  <a:lnTo>
                    <a:pt x="77" y="283"/>
                  </a:lnTo>
                  <a:lnTo>
                    <a:pt x="0" y="283"/>
                  </a:lnTo>
                  <a:lnTo>
                    <a:pt x="77" y="329"/>
                  </a:lnTo>
                  <a:lnTo>
                    <a:pt x="0" y="329"/>
                  </a:lnTo>
                  <a:lnTo>
                    <a:pt x="77" y="377"/>
                  </a:lnTo>
                  <a:lnTo>
                    <a:pt x="0" y="377"/>
                  </a:lnTo>
                  <a:lnTo>
                    <a:pt x="39" y="424"/>
                  </a:lnTo>
                  <a:lnTo>
                    <a:pt x="39" y="5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13"/>
            <p:cNvSpPr>
              <a:spLocks/>
            </p:cNvSpPr>
            <p:nvPr/>
          </p:nvSpPr>
          <p:spPr bwMode="auto">
            <a:xfrm>
              <a:off x="5111733" y="2416389"/>
              <a:ext cx="985830" cy="217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" name="Text Box 14"/>
            <p:cNvSpPr txBox="1">
              <a:spLocks noChangeArrowheads="1"/>
            </p:cNvSpPr>
            <p:nvPr/>
          </p:nvSpPr>
          <p:spPr bwMode="auto">
            <a:xfrm>
              <a:off x="4891495" y="1926959"/>
              <a:ext cx="4404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 u</a:t>
              </a:r>
              <a:endParaRPr lang="en-US" sz="2000" dirty="0"/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>
              <a:off x="5887812" y="1742064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5" name="Text Box 16"/>
            <p:cNvSpPr txBox="1">
              <a:spLocks noChangeArrowheads="1"/>
            </p:cNvSpPr>
            <p:nvPr/>
          </p:nvSpPr>
          <p:spPr bwMode="auto">
            <a:xfrm>
              <a:off x="6055613" y="1660492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i</a:t>
              </a:r>
              <a:r>
                <a:rPr lang="en-US" sz="2000" baseline="-25000" dirty="0" err="1"/>
                <a:t>a</a:t>
              </a:r>
              <a:endParaRPr lang="en-US" sz="2000" dirty="0"/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>
              <a:off x="6092319" y="2639352"/>
              <a:ext cx="5244" cy="9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" name="Line 18"/>
            <p:cNvSpPr>
              <a:spLocks noChangeShapeType="1"/>
            </p:cNvSpPr>
            <p:nvPr/>
          </p:nvSpPr>
          <p:spPr bwMode="auto">
            <a:xfrm>
              <a:off x="5931253" y="2740217"/>
              <a:ext cx="356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8" name="Line 19"/>
            <p:cNvSpPr>
              <a:spLocks noChangeShapeType="1"/>
            </p:cNvSpPr>
            <p:nvPr/>
          </p:nvSpPr>
          <p:spPr bwMode="auto">
            <a:xfrm>
              <a:off x="5988935" y="2811371"/>
              <a:ext cx="220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" name="Text Box 20"/>
            <p:cNvSpPr txBox="1">
              <a:spLocks noChangeArrowheads="1"/>
            </p:cNvSpPr>
            <p:nvPr/>
          </p:nvSpPr>
          <p:spPr bwMode="auto">
            <a:xfrm>
              <a:off x="7145548" y="1919581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T</a:t>
              </a:r>
            </a:p>
          </p:txBody>
        </p:sp>
        <p:sp>
          <p:nvSpPr>
            <p:cNvPr id="40" name="Oval 21"/>
            <p:cNvSpPr>
              <a:spLocks noChangeArrowheads="1"/>
            </p:cNvSpPr>
            <p:nvPr/>
          </p:nvSpPr>
          <p:spPr bwMode="auto">
            <a:xfrm flipH="1">
              <a:off x="7037947" y="1829073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 flipV="1">
              <a:off x="7294892" y="1535415"/>
              <a:ext cx="5244" cy="206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" name="Freeform 23"/>
            <p:cNvSpPr>
              <a:spLocks/>
            </p:cNvSpPr>
            <p:nvPr/>
          </p:nvSpPr>
          <p:spPr bwMode="auto">
            <a:xfrm flipH="1">
              <a:off x="6083580" y="2432704"/>
              <a:ext cx="1206069" cy="2012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" name="Text Box 24"/>
            <p:cNvSpPr txBox="1">
              <a:spLocks noChangeArrowheads="1"/>
            </p:cNvSpPr>
            <p:nvPr/>
          </p:nvSpPr>
          <p:spPr bwMode="auto">
            <a:xfrm flipH="1">
              <a:off x="5223600" y="980728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R</a:t>
              </a:r>
              <a:r>
                <a:rPr lang="en-US" sz="2000" baseline="-25000" dirty="0"/>
                <a:t>a</a:t>
              </a:r>
              <a:endParaRPr lang="en-US" sz="2000" dirty="0"/>
            </a:p>
          </p:txBody>
        </p:sp>
        <p:sp>
          <p:nvSpPr>
            <p:cNvPr id="44" name="Line 25"/>
            <p:cNvSpPr>
              <a:spLocks noChangeShapeType="1"/>
            </p:cNvSpPr>
            <p:nvPr/>
          </p:nvSpPr>
          <p:spPr bwMode="auto">
            <a:xfrm>
              <a:off x="6999493" y="1546292"/>
              <a:ext cx="304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" name="Text Box 26"/>
            <p:cNvSpPr txBox="1">
              <a:spLocks noChangeArrowheads="1"/>
            </p:cNvSpPr>
            <p:nvPr/>
          </p:nvSpPr>
          <p:spPr bwMode="auto">
            <a:xfrm flipH="1">
              <a:off x="6429669" y="991604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/>
                <a:t>L</a:t>
              </a:r>
              <a:r>
                <a:rPr lang="en-US" sz="2000" baseline="-25000"/>
                <a:t>a</a:t>
              </a:r>
              <a:endParaRPr lang="en-US" sz="2000"/>
            </a:p>
          </p:txBody>
        </p:sp>
        <p:sp>
          <p:nvSpPr>
            <p:cNvPr id="46" name="Rectangle 27"/>
            <p:cNvSpPr>
              <a:spLocks noChangeArrowheads="1"/>
            </p:cNvSpPr>
            <p:nvPr/>
          </p:nvSpPr>
          <p:spPr bwMode="auto">
            <a:xfrm>
              <a:off x="7198756" y="1736625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" name="Rectangle 28"/>
            <p:cNvSpPr>
              <a:spLocks noChangeArrowheads="1"/>
            </p:cNvSpPr>
            <p:nvPr/>
          </p:nvSpPr>
          <p:spPr bwMode="auto">
            <a:xfrm>
              <a:off x="7193512" y="2351132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8" name="Rectangle 29"/>
            <p:cNvSpPr>
              <a:spLocks noChangeArrowheads="1"/>
            </p:cNvSpPr>
            <p:nvPr/>
          </p:nvSpPr>
          <p:spPr bwMode="auto">
            <a:xfrm>
              <a:off x="7539602" y="2046598"/>
              <a:ext cx="749860" cy="8519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9" name="Rectangle 30"/>
            <p:cNvSpPr>
              <a:spLocks noChangeArrowheads="1"/>
            </p:cNvSpPr>
            <p:nvPr/>
          </p:nvSpPr>
          <p:spPr bwMode="auto">
            <a:xfrm>
              <a:off x="8221293" y="1448406"/>
              <a:ext cx="288408" cy="1256204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0" name="Rectangle 31" descr="Light upward diagonal"/>
            <p:cNvSpPr>
              <a:spLocks noChangeArrowheads="1"/>
            </p:cNvSpPr>
            <p:nvPr/>
          </p:nvSpPr>
          <p:spPr bwMode="auto">
            <a:xfrm>
              <a:off x="7618258" y="1834511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" name="Freeform 32"/>
            <p:cNvSpPr>
              <a:spLocks/>
            </p:cNvSpPr>
            <p:nvPr/>
          </p:nvSpPr>
          <p:spPr bwMode="auto">
            <a:xfrm>
              <a:off x="7623502" y="1834511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2" name="Rectangle 33" descr="Light upward diagonal"/>
            <p:cNvSpPr>
              <a:spLocks noChangeArrowheads="1"/>
            </p:cNvSpPr>
            <p:nvPr/>
          </p:nvSpPr>
          <p:spPr bwMode="auto">
            <a:xfrm flipV="1">
              <a:off x="7628746" y="2160798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" name="Freeform 34"/>
            <p:cNvSpPr>
              <a:spLocks/>
            </p:cNvSpPr>
            <p:nvPr/>
          </p:nvSpPr>
          <p:spPr bwMode="auto">
            <a:xfrm flipV="1">
              <a:off x="7633990" y="2155360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4" name="Text Box 35"/>
            <p:cNvSpPr txBox="1">
              <a:spLocks noChangeArrowheads="1"/>
            </p:cNvSpPr>
            <p:nvPr/>
          </p:nvSpPr>
          <p:spPr bwMode="auto">
            <a:xfrm flipH="1">
              <a:off x="8257228" y="1908048"/>
              <a:ext cx="5023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J</a:t>
              </a:r>
              <a:endParaRPr lang="en-US" sz="2000" dirty="0"/>
            </a:p>
          </p:txBody>
        </p:sp>
        <p:sp>
          <p:nvSpPr>
            <p:cNvPr id="55" name="Freeform 39"/>
            <p:cNvSpPr>
              <a:spLocks/>
            </p:cNvSpPr>
            <p:nvPr/>
          </p:nvSpPr>
          <p:spPr bwMode="auto">
            <a:xfrm>
              <a:off x="7994062" y="1883454"/>
              <a:ext cx="138086" cy="424173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25" y="30"/>
                </a:cxn>
                <a:cxn ang="0">
                  <a:pos x="1" y="120"/>
                </a:cxn>
                <a:cxn ang="0">
                  <a:pos x="19" y="210"/>
                </a:cxn>
                <a:cxn ang="0">
                  <a:pos x="67" y="234"/>
                </a:cxn>
              </a:cxnLst>
              <a:rect l="0" t="0" r="r" b="b"/>
              <a:pathLst>
                <a:path w="79" h="234">
                  <a:moveTo>
                    <a:pt x="79" y="0"/>
                  </a:moveTo>
                  <a:cubicBezTo>
                    <a:pt x="58" y="5"/>
                    <a:pt x="38" y="10"/>
                    <a:pt x="25" y="30"/>
                  </a:cubicBezTo>
                  <a:cubicBezTo>
                    <a:pt x="12" y="50"/>
                    <a:pt x="2" y="90"/>
                    <a:pt x="1" y="120"/>
                  </a:cubicBezTo>
                  <a:cubicBezTo>
                    <a:pt x="0" y="150"/>
                    <a:pt x="8" y="191"/>
                    <a:pt x="19" y="210"/>
                  </a:cubicBezTo>
                  <a:cubicBezTo>
                    <a:pt x="30" y="229"/>
                    <a:pt x="55" y="230"/>
                    <a:pt x="67" y="23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6" name="Text Box 40"/>
            <p:cNvSpPr txBox="1">
              <a:spLocks noChangeArrowheads="1"/>
            </p:cNvSpPr>
            <p:nvPr/>
          </p:nvSpPr>
          <p:spPr bwMode="auto">
            <a:xfrm flipH="1">
              <a:off x="7646225" y="2318503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sz="2000" dirty="0">
                  <a:latin typeface="Calibri"/>
                  <a:cs typeface="Calibri"/>
                  <a:sym typeface="Symbol" pitchFamily="18" charset="2"/>
                </a:rPr>
                <a:t>θ</a:t>
              </a:r>
              <a:endParaRPr lang="en-US" sz="2000" dirty="0"/>
            </a:p>
          </p:txBody>
        </p:sp>
        <p:sp>
          <p:nvSpPr>
            <p:cNvPr id="57" name="Text Box 43"/>
            <p:cNvSpPr txBox="1">
              <a:spLocks noChangeArrowheads="1"/>
            </p:cNvSpPr>
            <p:nvPr/>
          </p:nvSpPr>
          <p:spPr bwMode="auto">
            <a:xfrm flipH="1">
              <a:off x="7602734" y="1390145"/>
              <a:ext cx="37588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B</a:t>
              </a:r>
              <a:endParaRPr lang="en-US" sz="2000" dirty="0"/>
            </a:p>
          </p:txBody>
        </p:sp>
        <p:sp>
          <p:nvSpPr>
            <p:cNvPr id="58" name="Line 15"/>
            <p:cNvSpPr>
              <a:spLocks noChangeShapeType="1"/>
            </p:cNvSpPr>
            <p:nvPr/>
          </p:nvSpPr>
          <p:spPr bwMode="auto">
            <a:xfrm rot="16200000">
              <a:off x="6723638" y="2107666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9" name="Text Box 16"/>
            <p:cNvSpPr txBox="1">
              <a:spLocks noChangeArrowheads="1"/>
            </p:cNvSpPr>
            <p:nvPr/>
          </p:nvSpPr>
          <p:spPr bwMode="auto">
            <a:xfrm>
              <a:off x="6581681" y="1868312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e</a:t>
              </a:r>
              <a:r>
                <a:rPr lang="en-US" sz="2000" baseline="-25000" dirty="0" err="1"/>
                <a:t>b</a:t>
              </a:r>
              <a:endParaRPr lang="en-US" sz="2000" dirty="0"/>
            </a:p>
          </p:txBody>
        </p:sp>
        <p:sp>
          <p:nvSpPr>
            <p:cNvPr id="60" name="Line 19"/>
            <p:cNvSpPr>
              <a:spLocks noChangeShapeType="1"/>
            </p:cNvSpPr>
            <p:nvPr/>
          </p:nvSpPr>
          <p:spPr bwMode="auto">
            <a:xfrm>
              <a:off x="6039870" y="2894501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61" name="Group 67"/>
            <p:cNvGrpSpPr/>
            <p:nvPr/>
          </p:nvGrpSpPr>
          <p:grpSpPr>
            <a:xfrm>
              <a:off x="7150433" y="2636912"/>
              <a:ext cx="764666" cy="661927"/>
              <a:chOff x="7609903" y="3055105"/>
              <a:chExt cx="764666" cy="661927"/>
            </a:xfrm>
          </p:grpSpPr>
          <p:grpSp>
            <p:nvGrpSpPr>
              <p:cNvPr id="63" name="Group 3"/>
              <p:cNvGrpSpPr>
                <a:grpSpLocks/>
              </p:cNvGrpSpPr>
              <p:nvPr/>
            </p:nvGrpSpPr>
            <p:grpSpPr bwMode="auto">
              <a:xfrm rot="19579827">
                <a:off x="7664245" y="3177472"/>
                <a:ext cx="458072" cy="135954"/>
                <a:chOff x="1673" y="2077"/>
                <a:chExt cx="818" cy="149"/>
              </a:xfrm>
            </p:grpSpPr>
            <p:sp>
              <p:nvSpPr>
                <p:cNvPr id="72" name="Arc 4"/>
                <p:cNvSpPr>
                  <a:spLocks/>
                </p:cNvSpPr>
                <p:nvPr/>
              </p:nvSpPr>
              <p:spPr bwMode="auto">
                <a:xfrm>
                  <a:off x="1673" y="2077"/>
                  <a:ext cx="163" cy="141"/>
                </a:xfrm>
                <a:custGeom>
                  <a:avLst/>
                  <a:gdLst>
                    <a:gd name="G0" fmla="+- 21276 0 0"/>
                    <a:gd name="G1" fmla="+- 21600 0 0"/>
                    <a:gd name="G2" fmla="+- 21600 0 0"/>
                    <a:gd name="T0" fmla="*/ 0 w 42876"/>
                    <a:gd name="T1" fmla="*/ 17875 h 34596"/>
                    <a:gd name="T2" fmla="*/ 38529 w 42876"/>
                    <a:gd name="T3" fmla="*/ 34596 h 34596"/>
                    <a:gd name="T4" fmla="*/ 21276 w 42876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876" h="34596" fill="none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</a:path>
                    <a:path w="42876" h="34596" stroke="0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  <a:lnTo>
                        <a:pt x="21276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3" name="Arc 5"/>
                <p:cNvSpPr>
                  <a:spLocks/>
                </p:cNvSpPr>
                <p:nvPr/>
              </p:nvSpPr>
              <p:spPr bwMode="auto">
                <a:xfrm>
                  <a:off x="1801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4" name="Arc 6"/>
                <p:cNvSpPr>
                  <a:spLocks/>
                </p:cNvSpPr>
                <p:nvPr/>
              </p:nvSpPr>
              <p:spPr bwMode="auto">
                <a:xfrm>
                  <a:off x="1933" y="2077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5" name="Arc 7"/>
                <p:cNvSpPr>
                  <a:spLocks/>
                </p:cNvSpPr>
                <p:nvPr/>
              </p:nvSpPr>
              <p:spPr bwMode="auto">
                <a:xfrm>
                  <a:off x="2065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6" name="Arc 8"/>
                <p:cNvSpPr>
                  <a:spLocks/>
                </p:cNvSpPr>
                <p:nvPr/>
              </p:nvSpPr>
              <p:spPr bwMode="auto">
                <a:xfrm>
                  <a:off x="2195" y="2085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" name="Arc 9"/>
                <p:cNvSpPr>
                  <a:spLocks/>
                </p:cNvSpPr>
                <p:nvPr/>
              </p:nvSpPr>
              <p:spPr bwMode="auto">
                <a:xfrm>
                  <a:off x="2328" y="2081"/>
                  <a:ext cx="163" cy="137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2961"/>
                    <a:gd name="T1" fmla="*/ 33539 h 33539"/>
                    <a:gd name="T2" fmla="*/ 42961 w 42961"/>
                    <a:gd name="T3" fmla="*/ 18398 h 33539"/>
                    <a:gd name="T4" fmla="*/ 21600 w 42961"/>
                    <a:gd name="T5" fmla="*/ 21600 h 335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961" h="33539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</a:path>
                    <a:path w="42961" h="33539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cxnSp>
            <p:nvCxnSpPr>
              <p:cNvPr id="64" name="Straight Connector 63"/>
              <p:cNvCxnSpPr/>
              <p:nvPr/>
            </p:nvCxnSpPr>
            <p:spPr>
              <a:xfrm flipV="1">
                <a:off x="8086249" y="3055105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V="1">
                <a:off x="7609903" y="3362102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7612924" y="3415145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8158545" y="3068960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 flipV="1">
                <a:off x="7956376" y="3429000"/>
                <a:ext cx="144016" cy="2160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 flipH="1" flipV="1">
                <a:off x="8067211" y="3428995"/>
                <a:ext cx="108000" cy="144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V="1">
                <a:off x="7826215" y="3573016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flipV="1">
                <a:off x="8144690" y="3370847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Text Box 24"/>
            <p:cNvSpPr txBox="1">
              <a:spLocks noChangeArrowheads="1"/>
            </p:cNvSpPr>
            <p:nvPr/>
          </p:nvSpPr>
          <p:spPr bwMode="auto">
            <a:xfrm rot="19643315" flipH="1">
              <a:off x="7318726" y="2905978"/>
              <a:ext cx="17281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 dirty="0" err="1"/>
                <a:t>V</a:t>
              </a:r>
              <a:r>
                <a:rPr lang="en-US" sz="1600" baseline="-25000" dirty="0" err="1"/>
                <a:t>f</a:t>
              </a:r>
              <a:r>
                <a:rPr lang="en-US" sz="1600" i="1" dirty="0"/>
                <a:t>=constant</a:t>
              </a:r>
              <a:endParaRPr lang="en-US" sz="1600" dirty="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78</a:t>
            </a:fld>
            <a:endParaRPr lang="en-GB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768671"/>
              </p:ext>
            </p:extLst>
          </p:nvPr>
        </p:nvGraphicFramePr>
        <p:xfrm>
          <a:off x="2428454" y="5013176"/>
          <a:ext cx="431958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760" imgH="431640" progId="Equation.3">
                  <p:embed/>
                </p:oleObj>
              </mc:Choice>
              <mc:Fallback>
                <p:oleObj name="Equation" r:id="rId4" imgW="1904760" imgH="4316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454" y="5013176"/>
                        <a:ext cx="4319588" cy="9937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135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251520" y="3429000"/>
            <a:ext cx="76009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200" dirty="0"/>
              <a:t>Applying </a:t>
            </a:r>
            <a:r>
              <a:rPr lang="en-GB" sz="2200" dirty="0" err="1"/>
              <a:t>KVL</a:t>
            </a:r>
            <a:r>
              <a:rPr lang="en-GB" sz="2200" dirty="0"/>
              <a:t> at field circuit</a:t>
            </a:r>
            <a:endParaRPr lang="en-US" sz="2200" dirty="0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251520" y="44624"/>
            <a:ext cx="864096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Example-15: Field Controlled D.C Motor</a:t>
            </a:r>
          </a:p>
        </p:txBody>
      </p:sp>
      <p:grpSp>
        <p:nvGrpSpPr>
          <p:cNvPr id="117" name="Group 116"/>
          <p:cNvGrpSpPr/>
          <p:nvPr/>
        </p:nvGrpSpPr>
        <p:grpSpPr>
          <a:xfrm>
            <a:off x="1763688" y="1052736"/>
            <a:ext cx="5597493" cy="1913773"/>
            <a:chOff x="2957381" y="2379323"/>
            <a:chExt cx="5597493" cy="1913773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 rot="5400000">
              <a:off x="5029330" y="3317855"/>
              <a:ext cx="863475" cy="193959"/>
              <a:chOff x="1673" y="2077"/>
              <a:chExt cx="818" cy="149"/>
            </a:xfrm>
          </p:grpSpPr>
          <p:sp>
            <p:nvSpPr>
              <p:cNvPr id="78" name="Arc 4"/>
              <p:cNvSpPr>
                <a:spLocks/>
              </p:cNvSpPr>
              <p:nvPr/>
            </p:nvSpPr>
            <p:spPr bwMode="auto">
              <a:xfrm>
                <a:off x="1673" y="2077"/>
                <a:ext cx="163" cy="141"/>
              </a:xfrm>
              <a:custGeom>
                <a:avLst/>
                <a:gdLst>
                  <a:gd name="G0" fmla="+- 21276 0 0"/>
                  <a:gd name="G1" fmla="+- 21600 0 0"/>
                  <a:gd name="G2" fmla="+- 21600 0 0"/>
                  <a:gd name="T0" fmla="*/ 0 w 42876"/>
                  <a:gd name="T1" fmla="*/ 17875 h 34596"/>
                  <a:gd name="T2" fmla="*/ 38529 w 42876"/>
                  <a:gd name="T3" fmla="*/ 34596 h 34596"/>
                  <a:gd name="T4" fmla="*/ 21276 w 42876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76" h="34596" fill="none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</a:path>
                  <a:path w="42876" h="34596" stroke="0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  <a:lnTo>
                      <a:pt x="21276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9" name="Arc 5"/>
              <p:cNvSpPr>
                <a:spLocks/>
              </p:cNvSpPr>
              <p:nvPr/>
            </p:nvSpPr>
            <p:spPr bwMode="auto">
              <a:xfrm>
                <a:off x="1801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0" name="Arc 6"/>
              <p:cNvSpPr>
                <a:spLocks/>
              </p:cNvSpPr>
              <p:nvPr/>
            </p:nvSpPr>
            <p:spPr bwMode="auto">
              <a:xfrm>
                <a:off x="1933" y="2077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1" name="Arc 7"/>
              <p:cNvSpPr>
                <a:spLocks/>
              </p:cNvSpPr>
              <p:nvPr/>
            </p:nvSpPr>
            <p:spPr bwMode="auto">
              <a:xfrm>
                <a:off x="2065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2" name="Arc 8"/>
              <p:cNvSpPr>
                <a:spLocks/>
              </p:cNvSpPr>
              <p:nvPr/>
            </p:nvSpPr>
            <p:spPr bwMode="auto">
              <a:xfrm>
                <a:off x="2195" y="2085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3" name="Arc 9"/>
              <p:cNvSpPr>
                <a:spLocks/>
              </p:cNvSpPr>
              <p:nvPr/>
            </p:nvSpPr>
            <p:spPr bwMode="auto">
              <a:xfrm>
                <a:off x="2328" y="2081"/>
                <a:ext cx="163" cy="13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2961"/>
                  <a:gd name="T1" fmla="*/ 33539 h 33539"/>
                  <a:gd name="T2" fmla="*/ 42961 w 42961"/>
                  <a:gd name="T3" fmla="*/ 18398 h 33539"/>
                  <a:gd name="T4" fmla="*/ 21600 w 42961"/>
                  <a:gd name="T5" fmla="*/ 21600 h 33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61" h="33539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</a:path>
                  <a:path w="42961" h="33539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2957381" y="3127113"/>
              <a:ext cx="647419" cy="6480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" name="Freeform 12"/>
            <p:cNvSpPr>
              <a:spLocks/>
            </p:cNvSpPr>
            <p:nvPr/>
          </p:nvSpPr>
          <p:spPr bwMode="auto">
            <a:xfrm rot="16200000">
              <a:off x="4407571" y="2341584"/>
              <a:ext cx="195772" cy="1019041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40"/>
                </a:cxn>
                <a:cxn ang="0">
                  <a:pos x="77" y="188"/>
                </a:cxn>
                <a:cxn ang="0">
                  <a:pos x="0" y="188"/>
                </a:cxn>
                <a:cxn ang="0">
                  <a:pos x="77" y="235"/>
                </a:cxn>
                <a:cxn ang="0">
                  <a:pos x="0" y="235"/>
                </a:cxn>
                <a:cxn ang="0">
                  <a:pos x="77" y="283"/>
                </a:cxn>
                <a:cxn ang="0">
                  <a:pos x="0" y="283"/>
                </a:cxn>
                <a:cxn ang="0">
                  <a:pos x="77" y="329"/>
                </a:cxn>
                <a:cxn ang="0">
                  <a:pos x="0" y="329"/>
                </a:cxn>
                <a:cxn ang="0">
                  <a:pos x="77" y="377"/>
                </a:cxn>
                <a:cxn ang="0">
                  <a:pos x="0" y="377"/>
                </a:cxn>
                <a:cxn ang="0">
                  <a:pos x="39" y="424"/>
                </a:cxn>
                <a:cxn ang="0">
                  <a:pos x="39" y="518"/>
                </a:cxn>
              </a:cxnLst>
              <a:rect l="0" t="0" r="r" b="b"/>
              <a:pathLst>
                <a:path w="78" h="519">
                  <a:moveTo>
                    <a:pt x="39" y="0"/>
                  </a:moveTo>
                  <a:lnTo>
                    <a:pt x="39" y="140"/>
                  </a:lnTo>
                  <a:lnTo>
                    <a:pt x="77" y="188"/>
                  </a:lnTo>
                  <a:lnTo>
                    <a:pt x="0" y="188"/>
                  </a:lnTo>
                  <a:lnTo>
                    <a:pt x="77" y="235"/>
                  </a:lnTo>
                  <a:lnTo>
                    <a:pt x="0" y="235"/>
                  </a:lnTo>
                  <a:lnTo>
                    <a:pt x="77" y="283"/>
                  </a:lnTo>
                  <a:lnTo>
                    <a:pt x="0" y="283"/>
                  </a:lnTo>
                  <a:lnTo>
                    <a:pt x="77" y="329"/>
                  </a:lnTo>
                  <a:lnTo>
                    <a:pt x="0" y="329"/>
                  </a:lnTo>
                  <a:lnTo>
                    <a:pt x="77" y="377"/>
                  </a:lnTo>
                  <a:lnTo>
                    <a:pt x="0" y="377"/>
                  </a:lnTo>
                  <a:lnTo>
                    <a:pt x="39" y="424"/>
                  </a:lnTo>
                  <a:lnTo>
                    <a:pt x="39" y="5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13"/>
            <p:cNvSpPr>
              <a:spLocks/>
            </p:cNvSpPr>
            <p:nvPr/>
          </p:nvSpPr>
          <p:spPr bwMode="auto">
            <a:xfrm>
              <a:off x="3275856" y="3758597"/>
              <a:ext cx="985830" cy="28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>
              <a:off x="4283968" y="3068960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5" name="Text Box 16"/>
            <p:cNvSpPr txBox="1">
              <a:spLocks noChangeArrowheads="1"/>
            </p:cNvSpPr>
            <p:nvPr/>
          </p:nvSpPr>
          <p:spPr bwMode="auto">
            <a:xfrm>
              <a:off x="4355976" y="3028890"/>
              <a:ext cx="43204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i</a:t>
              </a:r>
              <a:r>
                <a:rPr lang="en-US" sz="2000" baseline="-25000" dirty="0"/>
                <a:t>f</a:t>
              </a:r>
              <a:endParaRPr lang="en-US" sz="2000" dirty="0"/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>
              <a:off x="4501374" y="4035214"/>
              <a:ext cx="5244" cy="9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" name="Line 18"/>
            <p:cNvSpPr>
              <a:spLocks noChangeShapeType="1"/>
            </p:cNvSpPr>
            <p:nvPr/>
          </p:nvSpPr>
          <p:spPr bwMode="auto">
            <a:xfrm>
              <a:off x="4340308" y="4136079"/>
              <a:ext cx="356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8" name="Line 19"/>
            <p:cNvSpPr>
              <a:spLocks noChangeShapeType="1"/>
            </p:cNvSpPr>
            <p:nvPr/>
          </p:nvSpPr>
          <p:spPr bwMode="auto">
            <a:xfrm>
              <a:off x="4397990" y="4207233"/>
              <a:ext cx="220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" name="Text Box 20"/>
            <p:cNvSpPr txBox="1">
              <a:spLocks noChangeArrowheads="1"/>
            </p:cNvSpPr>
            <p:nvPr/>
          </p:nvSpPr>
          <p:spPr bwMode="auto">
            <a:xfrm>
              <a:off x="5833311" y="3273878"/>
              <a:ext cx="4668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T</a:t>
              </a:r>
              <a:r>
                <a:rPr lang="en-US" sz="2000" i="1" baseline="-25000" dirty="0"/>
                <a:t>m</a:t>
              </a:r>
            </a:p>
          </p:txBody>
        </p:sp>
        <p:sp>
          <p:nvSpPr>
            <p:cNvPr id="40" name="Oval 21"/>
            <p:cNvSpPr>
              <a:spLocks noChangeArrowheads="1"/>
            </p:cNvSpPr>
            <p:nvPr/>
          </p:nvSpPr>
          <p:spPr bwMode="auto">
            <a:xfrm flipH="1">
              <a:off x="5836550" y="3211080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 flipV="1">
              <a:off x="6093495" y="2917422"/>
              <a:ext cx="5244" cy="206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" name="Freeform 23"/>
            <p:cNvSpPr>
              <a:spLocks/>
            </p:cNvSpPr>
            <p:nvPr/>
          </p:nvSpPr>
          <p:spPr bwMode="auto">
            <a:xfrm flipH="1">
              <a:off x="4247703" y="3842421"/>
              <a:ext cx="1206069" cy="2012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" name="Text Box 24"/>
            <p:cNvSpPr txBox="1">
              <a:spLocks noChangeArrowheads="1"/>
            </p:cNvSpPr>
            <p:nvPr/>
          </p:nvSpPr>
          <p:spPr bwMode="auto">
            <a:xfrm flipH="1">
              <a:off x="4394808" y="2393178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R</a:t>
              </a:r>
              <a:r>
                <a:rPr lang="en-US" sz="2000" baseline="-25000" dirty="0" err="1"/>
                <a:t>f</a:t>
              </a:r>
              <a:endParaRPr lang="en-US" sz="2000" dirty="0"/>
            </a:p>
          </p:txBody>
        </p:sp>
        <p:sp>
          <p:nvSpPr>
            <p:cNvPr id="44" name="Line 25"/>
            <p:cNvSpPr>
              <a:spLocks noChangeShapeType="1"/>
            </p:cNvSpPr>
            <p:nvPr/>
          </p:nvSpPr>
          <p:spPr bwMode="auto">
            <a:xfrm>
              <a:off x="5009513" y="2852936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" name="Text Box 26"/>
            <p:cNvSpPr txBox="1">
              <a:spLocks noChangeArrowheads="1"/>
            </p:cNvSpPr>
            <p:nvPr/>
          </p:nvSpPr>
          <p:spPr bwMode="auto">
            <a:xfrm flipH="1">
              <a:off x="5033807" y="3199121"/>
              <a:ext cx="44658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L</a:t>
              </a:r>
              <a:r>
                <a:rPr lang="en-US" sz="2000" baseline="-25000" dirty="0"/>
                <a:t>f</a:t>
              </a:r>
              <a:endParaRPr lang="en-US" sz="2000" dirty="0"/>
            </a:p>
          </p:txBody>
        </p:sp>
        <p:sp>
          <p:nvSpPr>
            <p:cNvPr id="46" name="Rectangle 27"/>
            <p:cNvSpPr>
              <a:spLocks noChangeArrowheads="1"/>
            </p:cNvSpPr>
            <p:nvPr/>
          </p:nvSpPr>
          <p:spPr bwMode="auto">
            <a:xfrm>
              <a:off x="5997359" y="3118632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" name="Rectangle 28"/>
            <p:cNvSpPr>
              <a:spLocks noChangeArrowheads="1"/>
            </p:cNvSpPr>
            <p:nvPr/>
          </p:nvSpPr>
          <p:spPr bwMode="auto">
            <a:xfrm>
              <a:off x="5992115" y="3733139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8" name="Rectangle 29"/>
            <p:cNvSpPr>
              <a:spLocks noChangeArrowheads="1"/>
            </p:cNvSpPr>
            <p:nvPr/>
          </p:nvSpPr>
          <p:spPr bwMode="auto">
            <a:xfrm>
              <a:off x="6338205" y="3428605"/>
              <a:ext cx="749860" cy="8519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9" name="Rectangle 30"/>
            <p:cNvSpPr>
              <a:spLocks noChangeArrowheads="1"/>
            </p:cNvSpPr>
            <p:nvPr/>
          </p:nvSpPr>
          <p:spPr bwMode="auto">
            <a:xfrm>
              <a:off x="7017936" y="3138235"/>
              <a:ext cx="216000" cy="720000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0" name="Rectangle 31" descr="Light upward diagonal"/>
            <p:cNvSpPr>
              <a:spLocks noChangeArrowheads="1"/>
            </p:cNvSpPr>
            <p:nvPr/>
          </p:nvSpPr>
          <p:spPr bwMode="auto">
            <a:xfrm>
              <a:off x="6416861" y="3271938"/>
              <a:ext cx="216000" cy="144000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" name="Freeform 32"/>
            <p:cNvSpPr>
              <a:spLocks/>
            </p:cNvSpPr>
            <p:nvPr/>
          </p:nvSpPr>
          <p:spPr bwMode="auto">
            <a:xfrm>
              <a:off x="6422105" y="3271938"/>
              <a:ext cx="216000" cy="144000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2" name="Rectangle 33" descr="Light upward diagonal"/>
            <p:cNvSpPr>
              <a:spLocks noChangeArrowheads="1"/>
            </p:cNvSpPr>
            <p:nvPr/>
          </p:nvSpPr>
          <p:spPr bwMode="auto">
            <a:xfrm flipV="1">
              <a:off x="6427349" y="3542805"/>
              <a:ext cx="216000" cy="144000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" name="Freeform 34"/>
            <p:cNvSpPr>
              <a:spLocks/>
            </p:cNvSpPr>
            <p:nvPr/>
          </p:nvSpPr>
          <p:spPr bwMode="auto">
            <a:xfrm flipV="1">
              <a:off x="6432593" y="3537367"/>
              <a:ext cx="216000" cy="144000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4" name="Text Box 35"/>
            <p:cNvSpPr txBox="1">
              <a:spLocks noChangeArrowheads="1"/>
            </p:cNvSpPr>
            <p:nvPr/>
          </p:nvSpPr>
          <p:spPr bwMode="auto">
            <a:xfrm flipH="1">
              <a:off x="6994261" y="3290055"/>
              <a:ext cx="5023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J</a:t>
              </a:r>
              <a:endParaRPr lang="en-US" sz="2000" dirty="0"/>
            </a:p>
          </p:txBody>
        </p:sp>
        <p:sp>
          <p:nvSpPr>
            <p:cNvPr id="55" name="Freeform 39"/>
            <p:cNvSpPr>
              <a:spLocks/>
            </p:cNvSpPr>
            <p:nvPr/>
          </p:nvSpPr>
          <p:spPr bwMode="auto">
            <a:xfrm>
              <a:off x="6792665" y="3265461"/>
              <a:ext cx="138086" cy="424173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25" y="30"/>
                </a:cxn>
                <a:cxn ang="0">
                  <a:pos x="1" y="120"/>
                </a:cxn>
                <a:cxn ang="0">
                  <a:pos x="19" y="210"/>
                </a:cxn>
                <a:cxn ang="0">
                  <a:pos x="67" y="234"/>
                </a:cxn>
              </a:cxnLst>
              <a:rect l="0" t="0" r="r" b="b"/>
              <a:pathLst>
                <a:path w="79" h="234">
                  <a:moveTo>
                    <a:pt x="79" y="0"/>
                  </a:moveTo>
                  <a:cubicBezTo>
                    <a:pt x="58" y="5"/>
                    <a:pt x="38" y="10"/>
                    <a:pt x="25" y="30"/>
                  </a:cubicBezTo>
                  <a:cubicBezTo>
                    <a:pt x="12" y="50"/>
                    <a:pt x="2" y="90"/>
                    <a:pt x="1" y="120"/>
                  </a:cubicBezTo>
                  <a:cubicBezTo>
                    <a:pt x="0" y="150"/>
                    <a:pt x="8" y="191"/>
                    <a:pt x="19" y="210"/>
                  </a:cubicBezTo>
                  <a:cubicBezTo>
                    <a:pt x="30" y="229"/>
                    <a:pt x="55" y="230"/>
                    <a:pt x="67" y="23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6" name="Text Box 40"/>
            <p:cNvSpPr txBox="1">
              <a:spLocks noChangeArrowheads="1"/>
            </p:cNvSpPr>
            <p:nvPr/>
          </p:nvSpPr>
          <p:spPr bwMode="auto">
            <a:xfrm flipH="1">
              <a:off x="6709109" y="3575815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sz="2000" dirty="0">
                  <a:latin typeface="Calibri"/>
                  <a:cs typeface="Calibri"/>
                  <a:sym typeface="Symbol" pitchFamily="18" charset="2"/>
                </a:rPr>
                <a:t>ω</a:t>
              </a:r>
              <a:endParaRPr lang="en-US" sz="2000" dirty="0"/>
            </a:p>
          </p:txBody>
        </p:sp>
        <p:sp>
          <p:nvSpPr>
            <p:cNvPr id="57" name="Text Box 43"/>
            <p:cNvSpPr txBox="1">
              <a:spLocks noChangeArrowheads="1"/>
            </p:cNvSpPr>
            <p:nvPr/>
          </p:nvSpPr>
          <p:spPr bwMode="auto">
            <a:xfrm flipH="1">
              <a:off x="6378598" y="3602221"/>
              <a:ext cx="37588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B</a:t>
              </a:r>
              <a:endParaRPr lang="en-US" sz="2000" dirty="0"/>
            </a:p>
          </p:txBody>
        </p:sp>
        <p:sp>
          <p:nvSpPr>
            <p:cNvPr id="60" name="Line 19"/>
            <p:cNvSpPr>
              <a:spLocks noChangeShapeType="1"/>
            </p:cNvSpPr>
            <p:nvPr/>
          </p:nvSpPr>
          <p:spPr bwMode="auto">
            <a:xfrm>
              <a:off x="4448925" y="4290363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84" name="Group 3"/>
            <p:cNvGrpSpPr>
              <a:grpSpLocks/>
            </p:cNvGrpSpPr>
            <p:nvPr/>
          </p:nvGrpSpPr>
          <p:grpSpPr bwMode="auto">
            <a:xfrm>
              <a:off x="7117682" y="2848813"/>
              <a:ext cx="863475" cy="193959"/>
              <a:chOff x="1673" y="2077"/>
              <a:chExt cx="818" cy="149"/>
            </a:xfrm>
          </p:grpSpPr>
          <p:sp>
            <p:nvSpPr>
              <p:cNvPr id="85" name="Arc 4"/>
              <p:cNvSpPr>
                <a:spLocks/>
              </p:cNvSpPr>
              <p:nvPr/>
            </p:nvSpPr>
            <p:spPr bwMode="auto">
              <a:xfrm>
                <a:off x="1673" y="2077"/>
                <a:ext cx="163" cy="141"/>
              </a:xfrm>
              <a:custGeom>
                <a:avLst/>
                <a:gdLst>
                  <a:gd name="G0" fmla="+- 21276 0 0"/>
                  <a:gd name="G1" fmla="+- 21600 0 0"/>
                  <a:gd name="G2" fmla="+- 21600 0 0"/>
                  <a:gd name="T0" fmla="*/ 0 w 42876"/>
                  <a:gd name="T1" fmla="*/ 17875 h 34596"/>
                  <a:gd name="T2" fmla="*/ 38529 w 42876"/>
                  <a:gd name="T3" fmla="*/ 34596 h 34596"/>
                  <a:gd name="T4" fmla="*/ 21276 w 42876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76" h="34596" fill="none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</a:path>
                  <a:path w="42876" h="34596" stroke="0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  <a:lnTo>
                      <a:pt x="21276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6" name="Arc 5"/>
              <p:cNvSpPr>
                <a:spLocks/>
              </p:cNvSpPr>
              <p:nvPr/>
            </p:nvSpPr>
            <p:spPr bwMode="auto">
              <a:xfrm>
                <a:off x="1801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7" name="Arc 6"/>
              <p:cNvSpPr>
                <a:spLocks/>
              </p:cNvSpPr>
              <p:nvPr/>
            </p:nvSpPr>
            <p:spPr bwMode="auto">
              <a:xfrm>
                <a:off x="1933" y="2077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8" name="Arc 7"/>
              <p:cNvSpPr>
                <a:spLocks/>
              </p:cNvSpPr>
              <p:nvPr/>
            </p:nvSpPr>
            <p:spPr bwMode="auto">
              <a:xfrm>
                <a:off x="2065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9" name="Arc 8"/>
              <p:cNvSpPr>
                <a:spLocks/>
              </p:cNvSpPr>
              <p:nvPr/>
            </p:nvSpPr>
            <p:spPr bwMode="auto">
              <a:xfrm>
                <a:off x="2195" y="2085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0" name="Arc 9"/>
              <p:cNvSpPr>
                <a:spLocks/>
              </p:cNvSpPr>
              <p:nvPr/>
            </p:nvSpPr>
            <p:spPr bwMode="auto">
              <a:xfrm>
                <a:off x="2328" y="2081"/>
                <a:ext cx="163" cy="13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2961"/>
                  <a:gd name="T1" fmla="*/ 33539 h 33539"/>
                  <a:gd name="T2" fmla="*/ 42961 w 42961"/>
                  <a:gd name="T3" fmla="*/ 18398 h 33539"/>
                  <a:gd name="T4" fmla="*/ 21600 w 42961"/>
                  <a:gd name="T5" fmla="*/ 21600 h 33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61" h="33539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</a:path>
                  <a:path w="42961" h="33539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93" name="Freeform 12"/>
            <p:cNvSpPr>
              <a:spLocks/>
            </p:cNvSpPr>
            <p:nvPr/>
          </p:nvSpPr>
          <p:spPr bwMode="auto">
            <a:xfrm rot="16200000">
              <a:off x="6514645" y="2412707"/>
              <a:ext cx="195772" cy="1019041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40"/>
                </a:cxn>
                <a:cxn ang="0">
                  <a:pos x="77" y="188"/>
                </a:cxn>
                <a:cxn ang="0">
                  <a:pos x="0" y="188"/>
                </a:cxn>
                <a:cxn ang="0">
                  <a:pos x="77" y="235"/>
                </a:cxn>
                <a:cxn ang="0">
                  <a:pos x="0" y="235"/>
                </a:cxn>
                <a:cxn ang="0">
                  <a:pos x="77" y="283"/>
                </a:cxn>
                <a:cxn ang="0">
                  <a:pos x="0" y="283"/>
                </a:cxn>
                <a:cxn ang="0">
                  <a:pos x="77" y="329"/>
                </a:cxn>
                <a:cxn ang="0">
                  <a:pos x="0" y="329"/>
                </a:cxn>
                <a:cxn ang="0">
                  <a:pos x="77" y="377"/>
                </a:cxn>
                <a:cxn ang="0">
                  <a:pos x="0" y="377"/>
                </a:cxn>
                <a:cxn ang="0">
                  <a:pos x="39" y="424"/>
                </a:cxn>
                <a:cxn ang="0">
                  <a:pos x="39" y="518"/>
                </a:cxn>
              </a:cxnLst>
              <a:rect l="0" t="0" r="r" b="b"/>
              <a:pathLst>
                <a:path w="78" h="519">
                  <a:moveTo>
                    <a:pt x="39" y="0"/>
                  </a:moveTo>
                  <a:lnTo>
                    <a:pt x="39" y="140"/>
                  </a:lnTo>
                  <a:lnTo>
                    <a:pt x="77" y="188"/>
                  </a:lnTo>
                  <a:lnTo>
                    <a:pt x="0" y="188"/>
                  </a:lnTo>
                  <a:lnTo>
                    <a:pt x="77" y="235"/>
                  </a:lnTo>
                  <a:lnTo>
                    <a:pt x="0" y="235"/>
                  </a:lnTo>
                  <a:lnTo>
                    <a:pt x="77" y="283"/>
                  </a:lnTo>
                  <a:lnTo>
                    <a:pt x="0" y="283"/>
                  </a:lnTo>
                  <a:lnTo>
                    <a:pt x="77" y="329"/>
                  </a:lnTo>
                  <a:lnTo>
                    <a:pt x="0" y="329"/>
                  </a:lnTo>
                  <a:lnTo>
                    <a:pt x="77" y="377"/>
                  </a:lnTo>
                  <a:lnTo>
                    <a:pt x="0" y="377"/>
                  </a:lnTo>
                  <a:lnTo>
                    <a:pt x="39" y="424"/>
                  </a:lnTo>
                  <a:lnTo>
                    <a:pt x="39" y="5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13"/>
            <p:cNvSpPr>
              <a:spLocks/>
            </p:cNvSpPr>
            <p:nvPr/>
          </p:nvSpPr>
          <p:spPr bwMode="auto">
            <a:xfrm>
              <a:off x="6102137" y="3814984"/>
              <a:ext cx="985830" cy="217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8" name="Line 17"/>
            <p:cNvSpPr>
              <a:spLocks noChangeShapeType="1"/>
            </p:cNvSpPr>
            <p:nvPr/>
          </p:nvSpPr>
          <p:spPr bwMode="auto">
            <a:xfrm>
              <a:off x="7082723" y="4037947"/>
              <a:ext cx="5244" cy="9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9" name="Line 18"/>
            <p:cNvSpPr>
              <a:spLocks noChangeShapeType="1"/>
            </p:cNvSpPr>
            <p:nvPr/>
          </p:nvSpPr>
          <p:spPr bwMode="auto">
            <a:xfrm>
              <a:off x="6921657" y="4138812"/>
              <a:ext cx="356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0" name="Line 19"/>
            <p:cNvSpPr>
              <a:spLocks noChangeShapeType="1"/>
            </p:cNvSpPr>
            <p:nvPr/>
          </p:nvSpPr>
          <p:spPr bwMode="auto">
            <a:xfrm>
              <a:off x="6979339" y="4209966"/>
              <a:ext cx="220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1" name="Line 22"/>
            <p:cNvSpPr>
              <a:spLocks noChangeShapeType="1"/>
            </p:cNvSpPr>
            <p:nvPr/>
          </p:nvSpPr>
          <p:spPr bwMode="auto">
            <a:xfrm flipV="1">
              <a:off x="8299151" y="2947865"/>
              <a:ext cx="5244" cy="206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" name="Freeform 23"/>
            <p:cNvSpPr>
              <a:spLocks/>
            </p:cNvSpPr>
            <p:nvPr/>
          </p:nvSpPr>
          <p:spPr bwMode="auto">
            <a:xfrm flipH="1">
              <a:off x="7073984" y="3831299"/>
              <a:ext cx="1206069" cy="2012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" name="Text Box 24"/>
            <p:cNvSpPr txBox="1">
              <a:spLocks noChangeArrowheads="1"/>
            </p:cNvSpPr>
            <p:nvPr/>
          </p:nvSpPr>
          <p:spPr bwMode="auto">
            <a:xfrm flipH="1">
              <a:off x="6214004" y="2379323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R</a:t>
              </a:r>
              <a:r>
                <a:rPr lang="en-US" sz="2000" baseline="-25000" dirty="0"/>
                <a:t>a</a:t>
              </a:r>
              <a:endParaRPr lang="en-US" sz="2000" dirty="0"/>
            </a:p>
          </p:txBody>
        </p:sp>
        <p:sp>
          <p:nvSpPr>
            <p:cNvPr id="104" name="Line 25"/>
            <p:cNvSpPr>
              <a:spLocks noChangeShapeType="1"/>
            </p:cNvSpPr>
            <p:nvPr/>
          </p:nvSpPr>
          <p:spPr bwMode="auto">
            <a:xfrm>
              <a:off x="7989897" y="2944887"/>
              <a:ext cx="304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5" name="Text Box 26"/>
            <p:cNvSpPr txBox="1">
              <a:spLocks noChangeArrowheads="1"/>
            </p:cNvSpPr>
            <p:nvPr/>
          </p:nvSpPr>
          <p:spPr bwMode="auto">
            <a:xfrm flipH="1">
              <a:off x="7420073" y="2390199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/>
                <a:t>L</a:t>
              </a:r>
              <a:r>
                <a:rPr lang="en-US" sz="2000" baseline="-25000"/>
                <a:t>a</a:t>
              </a:r>
              <a:endParaRPr lang="en-US" sz="2000"/>
            </a:p>
          </p:txBody>
        </p:sp>
        <p:sp>
          <p:nvSpPr>
            <p:cNvPr id="109" name="Text Box 16"/>
            <p:cNvSpPr txBox="1">
              <a:spLocks noChangeArrowheads="1"/>
            </p:cNvSpPr>
            <p:nvPr/>
          </p:nvSpPr>
          <p:spPr bwMode="auto">
            <a:xfrm>
              <a:off x="8098575" y="3266907"/>
              <a:ext cx="45629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i="1" dirty="0"/>
                <a:t>e</a:t>
              </a:r>
              <a:r>
                <a:rPr lang="en-US" sz="2000" baseline="-25000" dirty="0"/>
                <a:t>a</a:t>
              </a:r>
              <a:endParaRPr lang="en-US" sz="2000" dirty="0"/>
            </a:p>
          </p:txBody>
        </p:sp>
        <p:sp>
          <p:nvSpPr>
            <p:cNvPr id="110" name="Line 19"/>
            <p:cNvSpPr>
              <a:spLocks noChangeShapeType="1"/>
            </p:cNvSpPr>
            <p:nvPr/>
          </p:nvSpPr>
          <p:spPr bwMode="auto">
            <a:xfrm>
              <a:off x="7030274" y="4293096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1" name="Oval 110"/>
            <p:cNvSpPr/>
            <p:nvPr/>
          </p:nvSpPr>
          <p:spPr>
            <a:xfrm>
              <a:off x="8244408" y="3140968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" name="Oval 111"/>
            <p:cNvSpPr/>
            <p:nvPr/>
          </p:nvSpPr>
          <p:spPr>
            <a:xfrm>
              <a:off x="8244408" y="3753048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Line 22"/>
            <p:cNvSpPr>
              <a:spLocks noChangeShapeType="1"/>
            </p:cNvSpPr>
            <p:nvPr/>
          </p:nvSpPr>
          <p:spPr bwMode="auto">
            <a:xfrm flipV="1">
              <a:off x="5472417" y="2850203"/>
              <a:ext cx="0" cy="1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5" name="Line 25"/>
            <p:cNvSpPr>
              <a:spLocks noChangeShapeType="1"/>
            </p:cNvSpPr>
            <p:nvPr/>
          </p:nvSpPr>
          <p:spPr bwMode="auto">
            <a:xfrm>
              <a:off x="3275856" y="2852936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6" name="Line 22"/>
            <p:cNvSpPr>
              <a:spLocks noChangeShapeType="1"/>
            </p:cNvSpPr>
            <p:nvPr/>
          </p:nvSpPr>
          <p:spPr bwMode="auto">
            <a:xfrm flipV="1">
              <a:off x="3275856" y="2866791"/>
              <a:ext cx="0" cy="2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" name="Text Box 14"/>
            <p:cNvSpPr txBox="1">
              <a:spLocks noChangeArrowheads="1"/>
            </p:cNvSpPr>
            <p:nvPr/>
          </p:nvSpPr>
          <p:spPr bwMode="auto">
            <a:xfrm>
              <a:off x="3021000" y="3212976"/>
              <a:ext cx="4404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 </a:t>
              </a:r>
              <a:r>
                <a:rPr lang="en-US" sz="2000" i="1" dirty="0" err="1"/>
                <a:t>e</a:t>
              </a:r>
              <a:r>
                <a:rPr lang="en-US" sz="2000" i="1" baseline="-25000" dirty="0" err="1"/>
                <a:t>f</a:t>
              </a:r>
              <a:endParaRPr lang="en-US" sz="2000" baseline="-25000" dirty="0"/>
            </a:p>
          </p:txBody>
        </p:sp>
      </p:grpSp>
      <p:graphicFrame>
        <p:nvGraphicFramePr>
          <p:cNvPr id="118" name="Object 117"/>
          <p:cNvGraphicFramePr>
            <a:graphicFrameLocks noChangeAspect="1"/>
          </p:cNvGraphicFramePr>
          <p:nvPr/>
        </p:nvGraphicFramePr>
        <p:xfrm>
          <a:off x="2555775" y="4077072"/>
          <a:ext cx="2592289" cy="88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500" imgH="368300" progId="Equation.3">
                  <p:embed/>
                </p:oleObj>
              </mc:Choice>
              <mc:Fallback>
                <p:oleObj name="Equation" r:id="rId2" imgW="1079500" imgH="368300" progId="Equation.3">
                  <p:embed/>
                  <p:pic>
                    <p:nvPicPr>
                      <p:cNvPr id="118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5" y="4077072"/>
                        <a:ext cx="2592289" cy="8844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Text Box 4"/>
          <p:cNvSpPr txBox="1">
            <a:spLocks noChangeArrowheads="1"/>
          </p:cNvSpPr>
          <p:nvPr/>
        </p:nvSpPr>
        <p:spPr bwMode="auto">
          <a:xfrm>
            <a:off x="251520" y="5085184"/>
            <a:ext cx="76009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200" dirty="0"/>
              <a:t>Mechanical Subsystem</a:t>
            </a:r>
            <a:endParaRPr lang="en-US" sz="2200" dirty="0"/>
          </a:p>
        </p:txBody>
      </p:sp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2252414" y="5621809"/>
          <a:ext cx="188753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4" imgH="190417" progId="Equation.3">
                  <p:embed/>
                </p:oleObj>
              </mc:Choice>
              <mc:Fallback>
                <p:oleObj name="Equation" r:id="rId4" imgW="774364" imgH="190417" progId="Equation.3">
                  <p:embed/>
                  <p:pic>
                    <p:nvPicPr>
                      <p:cNvPr id="778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414" y="5621809"/>
                        <a:ext cx="1887538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34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/>
      <p:bldP spid="11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17" name="Text Box 37"/>
          <p:cNvSpPr txBox="1">
            <a:spLocks noChangeArrowheads="1"/>
          </p:cNvSpPr>
          <p:nvPr/>
        </p:nvSpPr>
        <p:spPr bwMode="auto">
          <a:xfrm>
            <a:off x="467544" y="2204864"/>
            <a:ext cx="28765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Torque-Current</a:t>
            </a:r>
            <a:r>
              <a:rPr lang="en-US" dirty="0"/>
              <a:t>:</a:t>
            </a:r>
          </a:p>
        </p:txBody>
      </p:sp>
      <p:graphicFrame>
        <p:nvGraphicFramePr>
          <p:cNvPr id="97318" name="Object 38"/>
          <p:cNvGraphicFramePr>
            <a:graphicFrameLocks noChangeAspect="1"/>
          </p:cNvGraphicFramePr>
          <p:nvPr/>
        </p:nvGraphicFramePr>
        <p:xfrm>
          <a:off x="2477715" y="2175520"/>
          <a:ext cx="14462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641" imgH="215806" progId="Equation.3">
                  <p:embed/>
                </p:oleObj>
              </mc:Choice>
              <mc:Fallback>
                <p:oleObj name="Equation" r:id="rId2" imgW="596641" imgH="215806" progId="Equation.3">
                  <p:embed/>
                  <p:pic>
                    <p:nvPicPr>
                      <p:cNvPr id="9731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715" y="2175520"/>
                        <a:ext cx="144621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19" name="Text Box 39"/>
          <p:cNvSpPr txBox="1">
            <a:spLocks noChangeArrowheads="1"/>
          </p:cNvSpPr>
          <p:nvPr/>
        </p:nvSpPr>
        <p:spPr bwMode="auto">
          <a:xfrm>
            <a:off x="395536" y="3645024"/>
            <a:ext cx="8424936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Combing previous equations and taking Laplace transform (considering initial conditions to zero) results in the following mathematical model:</a:t>
            </a:r>
          </a:p>
        </p:txBody>
      </p:sp>
      <p:sp>
        <p:nvSpPr>
          <p:cNvPr id="97322" name="Text Box 42"/>
          <p:cNvSpPr txBox="1">
            <a:spLocks noChangeArrowheads="1"/>
          </p:cNvSpPr>
          <p:nvPr/>
        </p:nvSpPr>
        <p:spPr bwMode="auto">
          <a:xfrm>
            <a:off x="467544" y="1268760"/>
            <a:ext cx="402907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u="sng" dirty="0"/>
              <a:t>Power Transformation</a:t>
            </a:r>
            <a:r>
              <a:rPr lang="en-US" sz="2200" dirty="0"/>
              <a:t>:</a:t>
            </a:r>
          </a:p>
        </p:txBody>
      </p:sp>
      <p:graphicFrame>
        <p:nvGraphicFramePr>
          <p:cNvPr id="97324" name="Object 44"/>
          <p:cNvGraphicFramePr>
            <a:graphicFrameLocks noChangeAspect="1"/>
          </p:cNvGraphicFramePr>
          <p:nvPr/>
        </p:nvGraphicFramePr>
        <p:xfrm>
          <a:off x="2341563" y="5127625"/>
          <a:ext cx="44608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500" imgH="469900" progId="Equation.3">
                  <p:embed/>
                </p:oleObj>
              </mc:Choice>
              <mc:Fallback>
                <p:oleObj name="Equation" r:id="rId4" imgW="1587500" imgH="469900" progId="Equation.3">
                  <p:embed/>
                  <p:pic>
                    <p:nvPicPr>
                      <p:cNvPr id="9732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5127625"/>
                        <a:ext cx="4460875" cy="1143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25" name="Text Box 45"/>
          <p:cNvSpPr txBox="1">
            <a:spLocks noChangeArrowheads="1"/>
          </p:cNvSpPr>
          <p:nvPr/>
        </p:nvSpPr>
        <p:spPr bwMode="auto">
          <a:xfrm>
            <a:off x="467544" y="2924944"/>
            <a:ext cx="7648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where </a:t>
            </a:r>
            <a:r>
              <a:rPr lang="en-US" dirty="0" err="1"/>
              <a:t>K</a:t>
            </a:r>
            <a:r>
              <a:rPr lang="en-US" baseline="-25000" dirty="0" err="1"/>
              <a:t>f</a:t>
            </a:r>
            <a:r>
              <a:rPr lang="en-US" dirty="0"/>
              <a:t>: torque constant</a:t>
            </a:r>
          </a:p>
        </p:txBody>
      </p:sp>
      <p:sp>
        <p:nvSpPr>
          <p:cNvPr id="47" name="Title 1"/>
          <p:cNvSpPr txBox="1">
            <a:spLocks/>
          </p:cNvSpPr>
          <p:nvPr/>
        </p:nvSpPr>
        <p:spPr>
          <a:xfrm>
            <a:off x="251520" y="44624"/>
            <a:ext cx="864096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Example-15: Field Controlled D.C Motor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0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19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19" name="Text Box 39"/>
          <p:cNvSpPr txBox="1">
            <a:spLocks noChangeArrowheads="1"/>
          </p:cNvSpPr>
          <p:nvPr/>
        </p:nvSpPr>
        <p:spPr bwMode="auto">
          <a:xfrm>
            <a:off x="251520" y="2996952"/>
            <a:ext cx="813690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If angular position </a:t>
            </a:r>
            <a:r>
              <a:rPr lang="el-GR" sz="2200" dirty="0">
                <a:latin typeface="Calibri"/>
                <a:cs typeface="Calibri"/>
              </a:rPr>
              <a:t>θ</a:t>
            </a:r>
            <a:r>
              <a:rPr lang="en-GB" sz="2200" dirty="0">
                <a:latin typeface="Calibri"/>
                <a:cs typeface="Calibri"/>
              </a:rPr>
              <a:t> is output of the motor</a:t>
            </a:r>
            <a:endParaRPr lang="en-US" sz="2200" dirty="0"/>
          </a:p>
        </p:txBody>
      </p:sp>
      <p:sp>
        <p:nvSpPr>
          <p:cNvPr id="97322" name="Text Box 42"/>
          <p:cNvSpPr txBox="1">
            <a:spLocks noChangeArrowheads="1"/>
          </p:cNvSpPr>
          <p:nvPr/>
        </p:nvSpPr>
        <p:spPr bwMode="auto">
          <a:xfrm>
            <a:off x="395536" y="980728"/>
            <a:ext cx="402907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Eliminating </a:t>
            </a:r>
            <a:r>
              <a:rPr lang="en-US" sz="2200" i="1" dirty="0">
                <a:solidFill>
                  <a:srgbClr val="FF0000"/>
                </a:solidFill>
              </a:rPr>
              <a:t>I</a:t>
            </a:r>
            <a:r>
              <a:rPr lang="en-US" sz="2200" i="1" baseline="-25000" dirty="0">
                <a:solidFill>
                  <a:srgbClr val="FF0000"/>
                </a:solidFill>
              </a:rPr>
              <a:t>f</a:t>
            </a:r>
            <a:r>
              <a:rPr lang="en-US" sz="2200" i="1" dirty="0">
                <a:solidFill>
                  <a:srgbClr val="FF0000"/>
                </a:solidFill>
              </a:rPr>
              <a:t>(S)</a:t>
            </a:r>
            <a:r>
              <a:rPr lang="en-US" sz="2200" dirty="0"/>
              <a:t> yields</a:t>
            </a:r>
          </a:p>
        </p:txBody>
      </p:sp>
      <p:sp>
        <p:nvSpPr>
          <p:cNvPr id="47" name="Title 1"/>
          <p:cNvSpPr txBox="1">
            <a:spLocks/>
          </p:cNvSpPr>
          <p:nvPr/>
        </p:nvSpPr>
        <p:spPr>
          <a:xfrm>
            <a:off x="251520" y="44624"/>
            <a:ext cx="864096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Example-15: Field Controlled D.C Motor</a:t>
            </a:r>
          </a:p>
        </p:txBody>
      </p:sp>
      <p:graphicFrame>
        <p:nvGraphicFramePr>
          <p:cNvPr id="79876" name="Object 4"/>
          <p:cNvGraphicFramePr>
            <a:graphicFrameLocks noChangeAspect="1"/>
          </p:cNvGraphicFramePr>
          <p:nvPr/>
        </p:nvGraphicFramePr>
        <p:xfrm>
          <a:off x="2657475" y="1700808"/>
          <a:ext cx="37147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255" imgH="406224" progId="Equation.3">
                  <p:embed/>
                </p:oleObj>
              </mc:Choice>
              <mc:Fallback>
                <p:oleObj name="Equation" r:id="rId2" imgW="1485255" imgH="406224" progId="Equation.3">
                  <p:embed/>
                  <p:pic>
                    <p:nvPicPr>
                      <p:cNvPr id="798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1700808"/>
                        <a:ext cx="3714725" cy="936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1691680" y="3459443"/>
            <a:ext cx="5597493" cy="1913773"/>
            <a:chOff x="2957381" y="2379323"/>
            <a:chExt cx="5597493" cy="1913773"/>
          </a:xfrm>
        </p:grpSpPr>
        <p:grpSp>
          <p:nvGrpSpPr>
            <p:cNvPr id="11" name="Group 3"/>
            <p:cNvGrpSpPr>
              <a:grpSpLocks/>
            </p:cNvGrpSpPr>
            <p:nvPr/>
          </p:nvGrpSpPr>
          <p:grpSpPr bwMode="auto">
            <a:xfrm rot="5400000">
              <a:off x="5029330" y="3317855"/>
              <a:ext cx="863475" cy="193959"/>
              <a:chOff x="1673" y="2077"/>
              <a:chExt cx="818" cy="149"/>
            </a:xfrm>
          </p:grpSpPr>
          <p:sp>
            <p:nvSpPr>
              <p:cNvPr id="66" name="Arc 4"/>
              <p:cNvSpPr>
                <a:spLocks/>
              </p:cNvSpPr>
              <p:nvPr/>
            </p:nvSpPr>
            <p:spPr bwMode="auto">
              <a:xfrm>
                <a:off x="1673" y="2077"/>
                <a:ext cx="163" cy="141"/>
              </a:xfrm>
              <a:custGeom>
                <a:avLst/>
                <a:gdLst>
                  <a:gd name="G0" fmla="+- 21276 0 0"/>
                  <a:gd name="G1" fmla="+- 21600 0 0"/>
                  <a:gd name="G2" fmla="+- 21600 0 0"/>
                  <a:gd name="T0" fmla="*/ 0 w 42876"/>
                  <a:gd name="T1" fmla="*/ 17875 h 34596"/>
                  <a:gd name="T2" fmla="*/ 38529 w 42876"/>
                  <a:gd name="T3" fmla="*/ 34596 h 34596"/>
                  <a:gd name="T4" fmla="*/ 21276 w 42876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76" h="34596" fill="none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</a:path>
                  <a:path w="42876" h="34596" stroke="0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  <a:lnTo>
                      <a:pt x="21276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7" name="Arc 5"/>
              <p:cNvSpPr>
                <a:spLocks/>
              </p:cNvSpPr>
              <p:nvPr/>
            </p:nvSpPr>
            <p:spPr bwMode="auto">
              <a:xfrm>
                <a:off x="1801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8" name="Arc 6"/>
              <p:cNvSpPr>
                <a:spLocks/>
              </p:cNvSpPr>
              <p:nvPr/>
            </p:nvSpPr>
            <p:spPr bwMode="auto">
              <a:xfrm>
                <a:off x="1933" y="2077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9" name="Arc 7"/>
              <p:cNvSpPr>
                <a:spLocks/>
              </p:cNvSpPr>
              <p:nvPr/>
            </p:nvSpPr>
            <p:spPr bwMode="auto">
              <a:xfrm>
                <a:off x="2065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0" name="Arc 8"/>
              <p:cNvSpPr>
                <a:spLocks/>
              </p:cNvSpPr>
              <p:nvPr/>
            </p:nvSpPr>
            <p:spPr bwMode="auto">
              <a:xfrm>
                <a:off x="2195" y="2085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1" name="Arc 9"/>
              <p:cNvSpPr>
                <a:spLocks/>
              </p:cNvSpPr>
              <p:nvPr/>
            </p:nvSpPr>
            <p:spPr bwMode="auto">
              <a:xfrm>
                <a:off x="2328" y="2081"/>
                <a:ext cx="163" cy="13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2961"/>
                  <a:gd name="T1" fmla="*/ 33539 h 33539"/>
                  <a:gd name="T2" fmla="*/ 42961 w 42961"/>
                  <a:gd name="T3" fmla="*/ 18398 h 33539"/>
                  <a:gd name="T4" fmla="*/ 21600 w 42961"/>
                  <a:gd name="T5" fmla="*/ 21600 h 33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61" h="33539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</a:path>
                  <a:path w="42961" h="33539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2957381" y="3127113"/>
              <a:ext cx="647419" cy="6480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16200000">
              <a:off x="4407571" y="2341584"/>
              <a:ext cx="195772" cy="1019041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40"/>
                </a:cxn>
                <a:cxn ang="0">
                  <a:pos x="77" y="188"/>
                </a:cxn>
                <a:cxn ang="0">
                  <a:pos x="0" y="188"/>
                </a:cxn>
                <a:cxn ang="0">
                  <a:pos x="77" y="235"/>
                </a:cxn>
                <a:cxn ang="0">
                  <a:pos x="0" y="235"/>
                </a:cxn>
                <a:cxn ang="0">
                  <a:pos x="77" y="283"/>
                </a:cxn>
                <a:cxn ang="0">
                  <a:pos x="0" y="283"/>
                </a:cxn>
                <a:cxn ang="0">
                  <a:pos x="77" y="329"/>
                </a:cxn>
                <a:cxn ang="0">
                  <a:pos x="0" y="329"/>
                </a:cxn>
                <a:cxn ang="0">
                  <a:pos x="77" y="377"/>
                </a:cxn>
                <a:cxn ang="0">
                  <a:pos x="0" y="377"/>
                </a:cxn>
                <a:cxn ang="0">
                  <a:pos x="39" y="424"/>
                </a:cxn>
                <a:cxn ang="0">
                  <a:pos x="39" y="518"/>
                </a:cxn>
              </a:cxnLst>
              <a:rect l="0" t="0" r="r" b="b"/>
              <a:pathLst>
                <a:path w="78" h="519">
                  <a:moveTo>
                    <a:pt x="39" y="0"/>
                  </a:moveTo>
                  <a:lnTo>
                    <a:pt x="39" y="140"/>
                  </a:lnTo>
                  <a:lnTo>
                    <a:pt x="77" y="188"/>
                  </a:lnTo>
                  <a:lnTo>
                    <a:pt x="0" y="188"/>
                  </a:lnTo>
                  <a:lnTo>
                    <a:pt x="77" y="235"/>
                  </a:lnTo>
                  <a:lnTo>
                    <a:pt x="0" y="235"/>
                  </a:lnTo>
                  <a:lnTo>
                    <a:pt x="77" y="283"/>
                  </a:lnTo>
                  <a:lnTo>
                    <a:pt x="0" y="283"/>
                  </a:lnTo>
                  <a:lnTo>
                    <a:pt x="77" y="329"/>
                  </a:lnTo>
                  <a:lnTo>
                    <a:pt x="0" y="329"/>
                  </a:lnTo>
                  <a:lnTo>
                    <a:pt x="77" y="377"/>
                  </a:lnTo>
                  <a:lnTo>
                    <a:pt x="0" y="377"/>
                  </a:lnTo>
                  <a:lnTo>
                    <a:pt x="39" y="424"/>
                  </a:lnTo>
                  <a:lnTo>
                    <a:pt x="39" y="5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3275856" y="3758597"/>
              <a:ext cx="985830" cy="28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283968" y="3068960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4355976" y="3028890"/>
              <a:ext cx="43204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i</a:t>
              </a:r>
              <a:r>
                <a:rPr lang="en-US" sz="2000" baseline="-25000" dirty="0"/>
                <a:t>f</a:t>
              </a:r>
              <a:endParaRPr lang="en-US" sz="2000" dirty="0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4501374" y="4035214"/>
              <a:ext cx="5244" cy="9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4340308" y="4136079"/>
              <a:ext cx="356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397990" y="4207233"/>
              <a:ext cx="220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5833311" y="3273878"/>
              <a:ext cx="4668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T</a:t>
              </a:r>
              <a:r>
                <a:rPr lang="en-US" sz="2000" i="1" baseline="-25000" dirty="0"/>
                <a:t>m</a:t>
              </a:r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 flipH="1">
              <a:off x="5836550" y="3211080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V="1">
              <a:off x="6093495" y="2917422"/>
              <a:ext cx="5244" cy="206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 flipH="1">
              <a:off x="4247703" y="3842421"/>
              <a:ext cx="1206069" cy="2012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 flipH="1">
              <a:off x="4394808" y="2393178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R</a:t>
              </a:r>
              <a:r>
                <a:rPr lang="en-US" sz="2000" baseline="-25000" dirty="0" err="1"/>
                <a:t>f</a:t>
              </a:r>
              <a:endParaRPr lang="en-US" sz="2000" dirty="0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5009513" y="2852936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 flipH="1">
              <a:off x="5033807" y="3199121"/>
              <a:ext cx="44658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L</a:t>
              </a:r>
              <a:r>
                <a:rPr lang="en-US" sz="2000" baseline="-25000" dirty="0"/>
                <a:t>f</a:t>
              </a:r>
              <a:endParaRPr lang="en-US" sz="2000" dirty="0"/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5997359" y="3118632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5992115" y="3733139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6338205" y="3428605"/>
              <a:ext cx="749860" cy="8519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7017936" y="3138235"/>
              <a:ext cx="216000" cy="720000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" name="Rectangle 31" descr="Light upward diagonal"/>
            <p:cNvSpPr>
              <a:spLocks noChangeArrowheads="1"/>
            </p:cNvSpPr>
            <p:nvPr/>
          </p:nvSpPr>
          <p:spPr bwMode="auto">
            <a:xfrm>
              <a:off x="6416861" y="3271938"/>
              <a:ext cx="216000" cy="144000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6422105" y="3271938"/>
              <a:ext cx="216000" cy="144000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" name="Rectangle 33" descr="Light upward diagonal"/>
            <p:cNvSpPr>
              <a:spLocks noChangeArrowheads="1"/>
            </p:cNvSpPr>
            <p:nvPr/>
          </p:nvSpPr>
          <p:spPr bwMode="auto">
            <a:xfrm flipV="1">
              <a:off x="6427349" y="3542805"/>
              <a:ext cx="216000" cy="144000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flipV="1">
              <a:off x="6432593" y="3537367"/>
              <a:ext cx="216000" cy="144000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 flipH="1">
              <a:off x="6994261" y="3290055"/>
              <a:ext cx="5023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J</a:t>
              </a:r>
              <a:endParaRPr lang="en-US" sz="2000" dirty="0"/>
            </a:p>
          </p:txBody>
        </p:sp>
        <p:sp>
          <p:nvSpPr>
            <p:cNvPr id="36" name="Freeform 39"/>
            <p:cNvSpPr>
              <a:spLocks/>
            </p:cNvSpPr>
            <p:nvPr/>
          </p:nvSpPr>
          <p:spPr bwMode="auto">
            <a:xfrm>
              <a:off x="6792665" y="3265461"/>
              <a:ext cx="138086" cy="424173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25" y="30"/>
                </a:cxn>
                <a:cxn ang="0">
                  <a:pos x="1" y="120"/>
                </a:cxn>
                <a:cxn ang="0">
                  <a:pos x="19" y="210"/>
                </a:cxn>
                <a:cxn ang="0">
                  <a:pos x="67" y="234"/>
                </a:cxn>
              </a:cxnLst>
              <a:rect l="0" t="0" r="r" b="b"/>
              <a:pathLst>
                <a:path w="79" h="234">
                  <a:moveTo>
                    <a:pt x="79" y="0"/>
                  </a:moveTo>
                  <a:cubicBezTo>
                    <a:pt x="58" y="5"/>
                    <a:pt x="38" y="10"/>
                    <a:pt x="25" y="30"/>
                  </a:cubicBezTo>
                  <a:cubicBezTo>
                    <a:pt x="12" y="50"/>
                    <a:pt x="2" y="90"/>
                    <a:pt x="1" y="120"/>
                  </a:cubicBezTo>
                  <a:cubicBezTo>
                    <a:pt x="0" y="150"/>
                    <a:pt x="8" y="191"/>
                    <a:pt x="19" y="210"/>
                  </a:cubicBezTo>
                  <a:cubicBezTo>
                    <a:pt x="30" y="229"/>
                    <a:pt x="55" y="230"/>
                    <a:pt x="67" y="23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 flipH="1">
              <a:off x="6709109" y="3645090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sz="2000" dirty="0">
                  <a:latin typeface="Calibri"/>
                  <a:cs typeface="Calibri"/>
                  <a:sym typeface="Symbol" pitchFamily="18" charset="2"/>
                </a:rPr>
                <a:t>θ</a:t>
              </a:r>
              <a:endParaRPr lang="en-US" sz="2000" dirty="0"/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 flipH="1">
              <a:off x="6378598" y="3602221"/>
              <a:ext cx="37588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B</a:t>
              </a:r>
              <a:endParaRPr lang="en-US" sz="2000" dirty="0"/>
            </a:p>
          </p:txBody>
        </p: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>
              <a:off x="4448925" y="4290363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0" name="Group 3"/>
            <p:cNvGrpSpPr>
              <a:grpSpLocks/>
            </p:cNvGrpSpPr>
            <p:nvPr/>
          </p:nvGrpSpPr>
          <p:grpSpPr bwMode="auto">
            <a:xfrm>
              <a:off x="7117682" y="2848813"/>
              <a:ext cx="863475" cy="193959"/>
              <a:chOff x="1673" y="2077"/>
              <a:chExt cx="818" cy="149"/>
            </a:xfrm>
          </p:grpSpPr>
          <p:sp>
            <p:nvSpPr>
              <p:cNvPr id="60" name="Arc 4"/>
              <p:cNvSpPr>
                <a:spLocks/>
              </p:cNvSpPr>
              <p:nvPr/>
            </p:nvSpPr>
            <p:spPr bwMode="auto">
              <a:xfrm>
                <a:off x="1673" y="2077"/>
                <a:ext cx="163" cy="141"/>
              </a:xfrm>
              <a:custGeom>
                <a:avLst/>
                <a:gdLst>
                  <a:gd name="G0" fmla="+- 21276 0 0"/>
                  <a:gd name="G1" fmla="+- 21600 0 0"/>
                  <a:gd name="G2" fmla="+- 21600 0 0"/>
                  <a:gd name="T0" fmla="*/ 0 w 42876"/>
                  <a:gd name="T1" fmla="*/ 17875 h 34596"/>
                  <a:gd name="T2" fmla="*/ 38529 w 42876"/>
                  <a:gd name="T3" fmla="*/ 34596 h 34596"/>
                  <a:gd name="T4" fmla="*/ 21276 w 42876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76" h="34596" fill="none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</a:path>
                  <a:path w="42876" h="34596" stroke="0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  <a:lnTo>
                      <a:pt x="21276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1" name="Arc 5"/>
              <p:cNvSpPr>
                <a:spLocks/>
              </p:cNvSpPr>
              <p:nvPr/>
            </p:nvSpPr>
            <p:spPr bwMode="auto">
              <a:xfrm>
                <a:off x="1801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" name="Arc 6"/>
              <p:cNvSpPr>
                <a:spLocks/>
              </p:cNvSpPr>
              <p:nvPr/>
            </p:nvSpPr>
            <p:spPr bwMode="auto">
              <a:xfrm>
                <a:off x="1933" y="2077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3" name="Arc 7"/>
              <p:cNvSpPr>
                <a:spLocks/>
              </p:cNvSpPr>
              <p:nvPr/>
            </p:nvSpPr>
            <p:spPr bwMode="auto">
              <a:xfrm>
                <a:off x="2065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4" name="Arc 8"/>
              <p:cNvSpPr>
                <a:spLocks/>
              </p:cNvSpPr>
              <p:nvPr/>
            </p:nvSpPr>
            <p:spPr bwMode="auto">
              <a:xfrm>
                <a:off x="2195" y="2085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5" name="Arc 9"/>
              <p:cNvSpPr>
                <a:spLocks/>
              </p:cNvSpPr>
              <p:nvPr/>
            </p:nvSpPr>
            <p:spPr bwMode="auto">
              <a:xfrm>
                <a:off x="2328" y="2081"/>
                <a:ext cx="163" cy="13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2961"/>
                  <a:gd name="T1" fmla="*/ 33539 h 33539"/>
                  <a:gd name="T2" fmla="*/ 42961 w 42961"/>
                  <a:gd name="T3" fmla="*/ 18398 h 33539"/>
                  <a:gd name="T4" fmla="*/ 21600 w 42961"/>
                  <a:gd name="T5" fmla="*/ 21600 h 33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61" h="33539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</a:path>
                  <a:path w="42961" h="33539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1" name="Freeform 12"/>
            <p:cNvSpPr>
              <a:spLocks/>
            </p:cNvSpPr>
            <p:nvPr/>
          </p:nvSpPr>
          <p:spPr bwMode="auto">
            <a:xfrm rot="16200000">
              <a:off x="6514645" y="2412707"/>
              <a:ext cx="195772" cy="1019041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40"/>
                </a:cxn>
                <a:cxn ang="0">
                  <a:pos x="77" y="188"/>
                </a:cxn>
                <a:cxn ang="0">
                  <a:pos x="0" y="188"/>
                </a:cxn>
                <a:cxn ang="0">
                  <a:pos x="77" y="235"/>
                </a:cxn>
                <a:cxn ang="0">
                  <a:pos x="0" y="235"/>
                </a:cxn>
                <a:cxn ang="0">
                  <a:pos x="77" y="283"/>
                </a:cxn>
                <a:cxn ang="0">
                  <a:pos x="0" y="283"/>
                </a:cxn>
                <a:cxn ang="0">
                  <a:pos x="77" y="329"/>
                </a:cxn>
                <a:cxn ang="0">
                  <a:pos x="0" y="329"/>
                </a:cxn>
                <a:cxn ang="0">
                  <a:pos x="77" y="377"/>
                </a:cxn>
                <a:cxn ang="0">
                  <a:pos x="0" y="377"/>
                </a:cxn>
                <a:cxn ang="0">
                  <a:pos x="39" y="424"/>
                </a:cxn>
                <a:cxn ang="0">
                  <a:pos x="39" y="518"/>
                </a:cxn>
              </a:cxnLst>
              <a:rect l="0" t="0" r="r" b="b"/>
              <a:pathLst>
                <a:path w="78" h="519">
                  <a:moveTo>
                    <a:pt x="39" y="0"/>
                  </a:moveTo>
                  <a:lnTo>
                    <a:pt x="39" y="140"/>
                  </a:lnTo>
                  <a:lnTo>
                    <a:pt x="77" y="188"/>
                  </a:lnTo>
                  <a:lnTo>
                    <a:pt x="0" y="188"/>
                  </a:lnTo>
                  <a:lnTo>
                    <a:pt x="77" y="235"/>
                  </a:lnTo>
                  <a:lnTo>
                    <a:pt x="0" y="235"/>
                  </a:lnTo>
                  <a:lnTo>
                    <a:pt x="77" y="283"/>
                  </a:lnTo>
                  <a:lnTo>
                    <a:pt x="0" y="283"/>
                  </a:lnTo>
                  <a:lnTo>
                    <a:pt x="77" y="329"/>
                  </a:lnTo>
                  <a:lnTo>
                    <a:pt x="0" y="329"/>
                  </a:lnTo>
                  <a:lnTo>
                    <a:pt x="77" y="377"/>
                  </a:lnTo>
                  <a:lnTo>
                    <a:pt x="0" y="377"/>
                  </a:lnTo>
                  <a:lnTo>
                    <a:pt x="39" y="424"/>
                  </a:lnTo>
                  <a:lnTo>
                    <a:pt x="39" y="5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13"/>
            <p:cNvSpPr>
              <a:spLocks/>
            </p:cNvSpPr>
            <p:nvPr/>
          </p:nvSpPr>
          <p:spPr bwMode="auto">
            <a:xfrm>
              <a:off x="6102137" y="3814984"/>
              <a:ext cx="985830" cy="217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" name="Line 17"/>
            <p:cNvSpPr>
              <a:spLocks noChangeShapeType="1"/>
            </p:cNvSpPr>
            <p:nvPr/>
          </p:nvSpPr>
          <p:spPr bwMode="auto">
            <a:xfrm>
              <a:off x="7082723" y="4037947"/>
              <a:ext cx="5244" cy="9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" name="Line 18"/>
            <p:cNvSpPr>
              <a:spLocks noChangeShapeType="1"/>
            </p:cNvSpPr>
            <p:nvPr/>
          </p:nvSpPr>
          <p:spPr bwMode="auto">
            <a:xfrm>
              <a:off x="6921657" y="4138812"/>
              <a:ext cx="356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" name="Line 19"/>
            <p:cNvSpPr>
              <a:spLocks noChangeShapeType="1"/>
            </p:cNvSpPr>
            <p:nvPr/>
          </p:nvSpPr>
          <p:spPr bwMode="auto">
            <a:xfrm>
              <a:off x="6979339" y="4209966"/>
              <a:ext cx="220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 flipV="1">
              <a:off x="8299151" y="2947865"/>
              <a:ext cx="5244" cy="206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8" name="Freeform 23"/>
            <p:cNvSpPr>
              <a:spLocks/>
            </p:cNvSpPr>
            <p:nvPr/>
          </p:nvSpPr>
          <p:spPr bwMode="auto">
            <a:xfrm flipH="1">
              <a:off x="7073984" y="3831299"/>
              <a:ext cx="1206069" cy="2012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9" name="Text Box 24"/>
            <p:cNvSpPr txBox="1">
              <a:spLocks noChangeArrowheads="1"/>
            </p:cNvSpPr>
            <p:nvPr/>
          </p:nvSpPr>
          <p:spPr bwMode="auto">
            <a:xfrm flipH="1">
              <a:off x="6214004" y="2379323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R</a:t>
              </a:r>
              <a:r>
                <a:rPr lang="en-US" sz="2000" baseline="-25000" dirty="0"/>
                <a:t>a</a:t>
              </a:r>
              <a:endParaRPr lang="en-US" sz="2000" dirty="0"/>
            </a:p>
          </p:txBody>
        </p:sp>
        <p:sp>
          <p:nvSpPr>
            <p:cNvPr id="50" name="Line 25"/>
            <p:cNvSpPr>
              <a:spLocks noChangeShapeType="1"/>
            </p:cNvSpPr>
            <p:nvPr/>
          </p:nvSpPr>
          <p:spPr bwMode="auto">
            <a:xfrm>
              <a:off x="7989897" y="2944887"/>
              <a:ext cx="304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" name="Text Box 26"/>
            <p:cNvSpPr txBox="1">
              <a:spLocks noChangeArrowheads="1"/>
            </p:cNvSpPr>
            <p:nvPr/>
          </p:nvSpPr>
          <p:spPr bwMode="auto">
            <a:xfrm flipH="1">
              <a:off x="7420073" y="2390199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/>
                <a:t>L</a:t>
              </a:r>
              <a:r>
                <a:rPr lang="en-US" sz="2000" baseline="-25000"/>
                <a:t>a</a:t>
              </a:r>
              <a:endParaRPr lang="en-US" sz="2000"/>
            </a:p>
          </p:txBody>
        </p:sp>
        <p:sp>
          <p:nvSpPr>
            <p:cNvPr id="52" name="Text Box 16"/>
            <p:cNvSpPr txBox="1">
              <a:spLocks noChangeArrowheads="1"/>
            </p:cNvSpPr>
            <p:nvPr/>
          </p:nvSpPr>
          <p:spPr bwMode="auto">
            <a:xfrm>
              <a:off x="8098575" y="3266907"/>
              <a:ext cx="45629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i="1" dirty="0"/>
                <a:t>e</a:t>
              </a:r>
              <a:r>
                <a:rPr lang="en-US" sz="2000" baseline="-25000" dirty="0"/>
                <a:t>a</a:t>
              </a:r>
              <a:endParaRPr lang="en-US" sz="2000" dirty="0"/>
            </a:p>
          </p:txBody>
        </p:sp>
        <p:sp>
          <p:nvSpPr>
            <p:cNvPr id="53" name="Line 19"/>
            <p:cNvSpPr>
              <a:spLocks noChangeShapeType="1"/>
            </p:cNvSpPr>
            <p:nvPr/>
          </p:nvSpPr>
          <p:spPr bwMode="auto">
            <a:xfrm>
              <a:off x="7030274" y="4293096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4" name="Oval 53"/>
            <p:cNvSpPr/>
            <p:nvPr/>
          </p:nvSpPr>
          <p:spPr>
            <a:xfrm>
              <a:off x="8244408" y="3140968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Oval 54"/>
            <p:cNvSpPr/>
            <p:nvPr/>
          </p:nvSpPr>
          <p:spPr>
            <a:xfrm>
              <a:off x="8244408" y="3753048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Line 22"/>
            <p:cNvSpPr>
              <a:spLocks noChangeShapeType="1"/>
            </p:cNvSpPr>
            <p:nvPr/>
          </p:nvSpPr>
          <p:spPr bwMode="auto">
            <a:xfrm flipV="1">
              <a:off x="5472417" y="2850203"/>
              <a:ext cx="0" cy="1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>
              <a:off x="3275856" y="2852936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" name="Line 22"/>
            <p:cNvSpPr>
              <a:spLocks noChangeShapeType="1"/>
            </p:cNvSpPr>
            <p:nvPr/>
          </p:nvSpPr>
          <p:spPr bwMode="auto">
            <a:xfrm flipV="1">
              <a:off x="3275856" y="2866791"/>
              <a:ext cx="0" cy="2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9" name="Text Box 14"/>
            <p:cNvSpPr txBox="1">
              <a:spLocks noChangeArrowheads="1"/>
            </p:cNvSpPr>
            <p:nvPr/>
          </p:nvSpPr>
          <p:spPr bwMode="auto">
            <a:xfrm>
              <a:off x="3021000" y="3212976"/>
              <a:ext cx="4404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 </a:t>
              </a:r>
              <a:r>
                <a:rPr lang="en-US" sz="2000" i="1" dirty="0" err="1"/>
                <a:t>e</a:t>
              </a:r>
              <a:r>
                <a:rPr lang="en-US" sz="2000" i="1" baseline="-25000" dirty="0" err="1"/>
                <a:t>f</a:t>
              </a:r>
              <a:endParaRPr lang="en-US" sz="2000" baseline="-25000" dirty="0"/>
            </a:p>
          </p:txBody>
        </p:sp>
      </p:grpSp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2411760" y="5661025"/>
          <a:ext cx="394459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8728" imgH="406224" progId="Equation.3">
                  <p:embed/>
                </p:oleObj>
              </mc:Choice>
              <mc:Fallback>
                <p:oleObj name="Equation" r:id="rId4" imgW="1548728" imgH="406224" progId="Equation.3">
                  <p:embed/>
                  <p:pic>
                    <p:nvPicPr>
                      <p:cNvPr id="798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5661025"/>
                        <a:ext cx="3944590" cy="936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45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1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AutoShape 81"/>
          <p:cNvSpPr>
            <a:spLocks noChangeArrowheads="1"/>
          </p:cNvSpPr>
          <p:nvPr/>
        </p:nvSpPr>
        <p:spPr bwMode="auto">
          <a:xfrm>
            <a:off x="5559425" y="2514600"/>
            <a:ext cx="630238" cy="768350"/>
          </a:xfrm>
          <a:prstGeom prst="star32">
            <a:avLst>
              <a:gd name="adj" fmla="val 37500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30" name="AutoShape 82"/>
          <p:cNvSpPr>
            <a:spLocks noChangeArrowheads="1"/>
          </p:cNvSpPr>
          <p:nvPr/>
        </p:nvSpPr>
        <p:spPr bwMode="auto">
          <a:xfrm>
            <a:off x="5540375" y="3201988"/>
            <a:ext cx="630238" cy="771525"/>
          </a:xfrm>
          <a:prstGeom prst="star32">
            <a:avLst>
              <a:gd name="adj" fmla="val 37500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33" name="Oval 85"/>
          <p:cNvSpPr>
            <a:spLocks noChangeArrowheads="1"/>
          </p:cNvSpPr>
          <p:nvPr/>
        </p:nvSpPr>
        <p:spPr bwMode="auto">
          <a:xfrm>
            <a:off x="5778500" y="3511550"/>
            <a:ext cx="125413" cy="153988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0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51" name="Line 203"/>
          <p:cNvSpPr>
            <a:spLocks noChangeShapeType="1"/>
          </p:cNvSpPr>
          <p:nvPr/>
        </p:nvSpPr>
        <p:spPr bwMode="auto">
          <a:xfrm flipH="1">
            <a:off x="2682875" y="4538663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04" name="AutoShape 156" descr="Canvas"/>
          <p:cNvSpPr>
            <a:spLocks noChangeArrowheads="1"/>
          </p:cNvSpPr>
          <p:nvPr/>
        </p:nvSpPr>
        <p:spPr bwMode="auto">
          <a:xfrm>
            <a:off x="6911975" y="2481263"/>
            <a:ext cx="1676400" cy="2209800"/>
          </a:xfrm>
          <a:prstGeom prst="star24">
            <a:avLst>
              <a:gd name="adj" fmla="val 37500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GB"/>
          </a:p>
        </p:txBody>
      </p:sp>
      <p:sp>
        <p:nvSpPr>
          <p:cNvPr id="2205" name="Rectangle 157" descr="Canvas"/>
          <p:cNvSpPr>
            <a:spLocks noChangeArrowheads="1"/>
          </p:cNvSpPr>
          <p:nvPr/>
        </p:nvSpPr>
        <p:spPr bwMode="auto">
          <a:xfrm>
            <a:off x="6835775" y="2328863"/>
            <a:ext cx="990600" cy="2667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99" name="AutoShape 151" descr="Canvas"/>
          <p:cNvSpPr>
            <a:spLocks noChangeArrowheads="1"/>
          </p:cNvSpPr>
          <p:nvPr/>
        </p:nvSpPr>
        <p:spPr bwMode="auto">
          <a:xfrm>
            <a:off x="0" y="2481263"/>
            <a:ext cx="1616075" cy="2209800"/>
          </a:xfrm>
          <a:prstGeom prst="star24">
            <a:avLst>
              <a:gd name="adj" fmla="val 37500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GB"/>
          </a:p>
        </p:txBody>
      </p:sp>
      <p:sp>
        <p:nvSpPr>
          <p:cNvPr id="2200" name="Rectangle 152" descr="Canvas"/>
          <p:cNvSpPr>
            <a:spLocks noChangeArrowheads="1"/>
          </p:cNvSpPr>
          <p:nvPr/>
        </p:nvSpPr>
        <p:spPr bwMode="auto">
          <a:xfrm>
            <a:off x="15875" y="2328863"/>
            <a:ext cx="838200" cy="2667000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GB"/>
          </a:p>
        </p:txBody>
      </p:sp>
      <p:sp>
        <p:nvSpPr>
          <p:cNvPr id="2056" name="Oval 8"/>
          <p:cNvSpPr>
            <a:spLocks noChangeArrowheads="1"/>
          </p:cNvSpPr>
          <p:nvPr/>
        </p:nvSpPr>
        <p:spPr bwMode="auto">
          <a:xfrm>
            <a:off x="938213" y="3581400"/>
            <a:ext cx="41275" cy="762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 flipH="1">
            <a:off x="444500" y="2266950"/>
            <a:ext cx="46196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059" name="Line 11"/>
          <p:cNvSpPr>
            <a:spLocks noChangeShapeType="1"/>
          </p:cNvSpPr>
          <p:nvPr/>
        </p:nvSpPr>
        <p:spPr bwMode="auto">
          <a:xfrm flipV="1">
            <a:off x="896938" y="2266950"/>
            <a:ext cx="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896938" y="4343400"/>
            <a:ext cx="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 flipH="1">
            <a:off x="444500" y="4876800"/>
            <a:ext cx="44926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08"/>
          <p:cNvGrpSpPr>
            <a:grpSpLocks/>
          </p:cNvGrpSpPr>
          <p:nvPr/>
        </p:nvGrpSpPr>
        <p:grpSpPr bwMode="auto">
          <a:xfrm>
            <a:off x="244475" y="2266950"/>
            <a:ext cx="388938" cy="2609850"/>
            <a:chOff x="144" y="1113"/>
            <a:chExt cx="245" cy="1644"/>
          </a:xfrm>
        </p:grpSpPr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>
              <a:off x="263" y="1113"/>
              <a:ext cx="0" cy="57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69" name="Line 21"/>
            <p:cNvSpPr>
              <a:spLocks noChangeShapeType="1"/>
            </p:cNvSpPr>
            <p:nvPr/>
          </p:nvSpPr>
          <p:spPr bwMode="auto">
            <a:xfrm>
              <a:off x="263" y="1989"/>
              <a:ext cx="0" cy="76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151" y="1701"/>
              <a:ext cx="238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44" y="1893"/>
              <a:ext cx="239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204" y="1797"/>
              <a:ext cx="10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204" y="1989"/>
              <a:ext cx="10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088" name="Line 40"/>
          <p:cNvSpPr>
            <a:spLocks noChangeShapeType="1"/>
          </p:cNvSpPr>
          <p:nvPr/>
        </p:nvSpPr>
        <p:spPr bwMode="auto">
          <a:xfrm flipV="1">
            <a:off x="960438" y="3238500"/>
            <a:ext cx="377825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089" name="Arc 41"/>
          <p:cNvSpPr>
            <a:spLocks/>
          </p:cNvSpPr>
          <p:nvPr/>
        </p:nvSpPr>
        <p:spPr bwMode="auto">
          <a:xfrm>
            <a:off x="1065213" y="3276600"/>
            <a:ext cx="168275" cy="4365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0934"/>
              <a:gd name="T2" fmla="*/ 19479 w 21600"/>
              <a:gd name="T3" fmla="*/ 30934 h 30934"/>
              <a:gd name="T4" fmla="*/ 0 w 21600"/>
              <a:gd name="T5" fmla="*/ 21600 h 30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93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</a:path>
              <a:path w="21600" h="3093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109" name="Rectangle 61" descr="Papyrus"/>
          <p:cNvSpPr>
            <a:spLocks noChangeArrowheads="1"/>
          </p:cNvSpPr>
          <p:nvPr/>
        </p:nvSpPr>
        <p:spPr bwMode="auto">
          <a:xfrm>
            <a:off x="2035175" y="2371725"/>
            <a:ext cx="679450" cy="234315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+</a:t>
            </a:r>
          </a:p>
          <a:p>
            <a:pPr algn="ctr"/>
            <a:endParaRPr lang="en-US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algn="ctr"/>
            <a:r>
              <a:rPr 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k</a:t>
            </a:r>
            <a:r>
              <a:rPr lang="en-US" sz="28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p</a:t>
            </a:r>
          </a:p>
          <a:p>
            <a:pPr algn="ctr"/>
            <a:endParaRPr lang="en-US" sz="2800" b="1" baseline="-25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algn="ctr"/>
            <a:endParaRPr lang="en-US" sz="2400" b="1" baseline="-25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r>
              <a:rPr lang="en-US" sz="24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 -</a:t>
            </a:r>
            <a:endParaRPr lang="en-US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115" name="Line 67"/>
          <p:cNvSpPr>
            <a:spLocks noChangeShapeType="1"/>
          </p:cNvSpPr>
          <p:nvPr/>
        </p:nvSpPr>
        <p:spPr bwMode="auto">
          <a:xfrm>
            <a:off x="3362325" y="3033713"/>
            <a:ext cx="812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>
            <a:prstShdw prst="shdw17" dist="17961" dir="2700000">
              <a:srgbClr val="0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4" name="Line 96"/>
          <p:cNvSpPr>
            <a:spLocks noChangeShapeType="1"/>
          </p:cNvSpPr>
          <p:nvPr/>
        </p:nvSpPr>
        <p:spPr bwMode="auto">
          <a:xfrm>
            <a:off x="6950075" y="3611563"/>
            <a:ext cx="274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32" name="Oval 84"/>
          <p:cNvSpPr>
            <a:spLocks noChangeArrowheads="1"/>
          </p:cNvSpPr>
          <p:nvPr/>
        </p:nvSpPr>
        <p:spPr bwMode="auto">
          <a:xfrm>
            <a:off x="5811838" y="2820988"/>
            <a:ext cx="125413" cy="153988"/>
          </a:xfrm>
          <a:prstGeom prst="ellipse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38" name="Line 90"/>
          <p:cNvSpPr>
            <a:spLocks noChangeShapeType="1"/>
          </p:cNvSpPr>
          <p:nvPr/>
        </p:nvSpPr>
        <p:spPr bwMode="auto">
          <a:xfrm flipH="1">
            <a:off x="5464175" y="2906713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1" name="Line 93"/>
          <p:cNvSpPr>
            <a:spLocks noChangeShapeType="1"/>
          </p:cNvSpPr>
          <p:nvPr/>
        </p:nvSpPr>
        <p:spPr bwMode="auto">
          <a:xfrm>
            <a:off x="5845175" y="3592513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3" name="AutoShape 95" descr="White marble"/>
          <p:cNvSpPr>
            <a:spLocks noChangeArrowheads="1"/>
          </p:cNvSpPr>
          <p:nvPr/>
        </p:nvSpPr>
        <p:spPr bwMode="auto">
          <a:xfrm rot="16200000">
            <a:off x="6378575" y="3287713"/>
            <a:ext cx="457200" cy="609600"/>
          </a:xfrm>
          <a:prstGeom prst="can">
            <a:avLst>
              <a:gd name="adj" fmla="val 33333"/>
            </a:avLst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vert="eaVert" wrap="none" anchor="ctr"/>
          <a:lstStyle/>
          <a:p>
            <a:pPr algn="ctr" eaLnBrk="1" hangingPunct="1"/>
            <a:r>
              <a:rPr lang="en-US" b="1">
                <a:latin typeface="Times New Roman" pitchFamily="18" charset="0"/>
              </a:rPr>
              <a:t>J</a:t>
            </a:r>
            <a:r>
              <a:rPr lang="en-US" b="1" baseline="-25000">
                <a:latin typeface="Times New Roman" pitchFamily="18" charset="0"/>
              </a:rPr>
              <a:t>L</a:t>
            </a:r>
          </a:p>
        </p:txBody>
      </p:sp>
      <p:sp>
        <p:nvSpPr>
          <p:cNvPr id="2145" name="Line 97"/>
          <p:cNvSpPr>
            <a:spLocks noChangeShapeType="1"/>
          </p:cNvSpPr>
          <p:nvPr/>
        </p:nvSpPr>
        <p:spPr bwMode="auto">
          <a:xfrm>
            <a:off x="7216775" y="3382963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6" name="Line 98"/>
          <p:cNvSpPr>
            <a:spLocks noChangeShapeType="1"/>
          </p:cNvSpPr>
          <p:nvPr/>
        </p:nvSpPr>
        <p:spPr bwMode="auto">
          <a:xfrm>
            <a:off x="7064375" y="3363913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7" name="Line 99"/>
          <p:cNvSpPr>
            <a:spLocks noChangeShapeType="1"/>
          </p:cNvSpPr>
          <p:nvPr/>
        </p:nvSpPr>
        <p:spPr bwMode="auto">
          <a:xfrm>
            <a:off x="7083425" y="3859213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8" name="Line 100"/>
          <p:cNvSpPr>
            <a:spLocks noChangeShapeType="1"/>
          </p:cNvSpPr>
          <p:nvPr/>
        </p:nvSpPr>
        <p:spPr bwMode="auto">
          <a:xfrm>
            <a:off x="7445375" y="3363913"/>
            <a:ext cx="0" cy="5032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50" name="Line 102"/>
          <p:cNvSpPr>
            <a:spLocks noChangeShapeType="1"/>
          </p:cNvSpPr>
          <p:nvPr/>
        </p:nvSpPr>
        <p:spPr bwMode="auto">
          <a:xfrm flipV="1">
            <a:off x="5159375" y="2895600"/>
            <a:ext cx="3048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71" name="Oval 123"/>
          <p:cNvSpPr>
            <a:spLocks noChangeArrowheads="1"/>
          </p:cNvSpPr>
          <p:nvPr/>
        </p:nvSpPr>
        <p:spPr bwMode="auto">
          <a:xfrm>
            <a:off x="7826375" y="3581400"/>
            <a:ext cx="41275" cy="762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182" name="Line 134"/>
          <p:cNvSpPr>
            <a:spLocks noChangeShapeType="1"/>
          </p:cNvSpPr>
          <p:nvPr/>
        </p:nvSpPr>
        <p:spPr bwMode="auto">
          <a:xfrm flipV="1">
            <a:off x="7856538" y="3238500"/>
            <a:ext cx="377825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83" name="Arc 135"/>
          <p:cNvSpPr>
            <a:spLocks/>
          </p:cNvSpPr>
          <p:nvPr/>
        </p:nvSpPr>
        <p:spPr bwMode="auto">
          <a:xfrm>
            <a:off x="7961313" y="3276600"/>
            <a:ext cx="168275" cy="4365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0934"/>
              <a:gd name="T2" fmla="*/ 19479 w 21600"/>
              <a:gd name="T3" fmla="*/ 30934 h 30934"/>
              <a:gd name="T4" fmla="*/ 0 w 21600"/>
              <a:gd name="T5" fmla="*/ 21600 h 30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93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</a:path>
              <a:path w="21600" h="3093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172" name="Line 124"/>
          <p:cNvSpPr>
            <a:spLocks noChangeShapeType="1"/>
          </p:cNvSpPr>
          <p:nvPr/>
        </p:nvSpPr>
        <p:spPr bwMode="auto">
          <a:xfrm flipH="1">
            <a:off x="7807325" y="2266950"/>
            <a:ext cx="10048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73" name="Line 125"/>
          <p:cNvSpPr>
            <a:spLocks noChangeShapeType="1"/>
          </p:cNvSpPr>
          <p:nvPr/>
        </p:nvSpPr>
        <p:spPr bwMode="auto">
          <a:xfrm flipV="1">
            <a:off x="7807325" y="2266950"/>
            <a:ext cx="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74" name="Line 126"/>
          <p:cNvSpPr>
            <a:spLocks noChangeShapeType="1"/>
          </p:cNvSpPr>
          <p:nvPr/>
        </p:nvSpPr>
        <p:spPr bwMode="auto">
          <a:xfrm>
            <a:off x="7826375" y="4343400"/>
            <a:ext cx="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78" name="Line 130"/>
          <p:cNvSpPr>
            <a:spLocks noChangeShapeType="1"/>
          </p:cNvSpPr>
          <p:nvPr/>
        </p:nvSpPr>
        <p:spPr bwMode="auto">
          <a:xfrm flipH="1">
            <a:off x="8626475" y="3200400"/>
            <a:ext cx="377825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4" name="Group 136"/>
          <p:cNvGrpSpPr>
            <a:grpSpLocks/>
          </p:cNvGrpSpPr>
          <p:nvPr/>
        </p:nvGrpSpPr>
        <p:grpSpPr bwMode="auto">
          <a:xfrm>
            <a:off x="8628063" y="2266950"/>
            <a:ext cx="379413" cy="2609850"/>
            <a:chOff x="4728" y="1620"/>
            <a:chExt cx="239" cy="1644"/>
          </a:xfrm>
        </p:grpSpPr>
        <p:sp>
          <p:nvSpPr>
            <p:cNvPr id="2176" name="Line 128"/>
            <p:cNvSpPr>
              <a:spLocks noChangeShapeType="1"/>
            </p:cNvSpPr>
            <p:nvPr/>
          </p:nvSpPr>
          <p:spPr bwMode="auto">
            <a:xfrm>
              <a:off x="4847" y="1620"/>
              <a:ext cx="0" cy="57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177" name="Line 129"/>
            <p:cNvSpPr>
              <a:spLocks noChangeShapeType="1"/>
            </p:cNvSpPr>
            <p:nvPr/>
          </p:nvSpPr>
          <p:spPr bwMode="auto">
            <a:xfrm>
              <a:off x="4847" y="2496"/>
              <a:ext cx="0" cy="76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 flipH="1">
              <a:off x="4728" y="2400"/>
              <a:ext cx="239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180" name="Line 132"/>
            <p:cNvSpPr>
              <a:spLocks noChangeShapeType="1"/>
            </p:cNvSpPr>
            <p:nvPr/>
          </p:nvSpPr>
          <p:spPr bwMode="auto">
            <a:xfrm>
              <a:off x="4788" y="2304"/>
              <a:ext cx="10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>
              <a:off x="4788" y="2496"/>
              <a:ext cx="10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185" name="Line 137"/>
          <p:cNvSpPr>
            <a:spLocks noChangeShapeType="1"/>
          </p:cNvSpPr>
          <p:nvPr/>
        </p:nvSpPr>
        <p:spPr bwMode="auto">
          <a:xfrm flipH="1">
            <a:off x="7826375" y="4895850"/>
            <a:ext cx="10048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87" name="Line 139"/>
          <p:cNvSpPr>
            <a:spLocks noChangeShapeType="1"/>
          </p:cNvSpPr>
          <p:nvPr/>
        </p:nvSpPr>
        <p:spPr bwMode="auto">
          <a:xfrm flipH="1">
            <a:off x="7445375" y="36195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88" name="Line 140"/>
          <p:cNvSpPr>
            <a:spLocks noChangeShapeType="1"/>
          </p:cNvSpPr>
          <p:nvPr/>
        </p:nvSpPr>
        <p:spPr bwMode="auto">
          <a:xfrm>
            <a:off x="968375" y="3657600"/>
            <a:ext cx="0" cy="198120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89" name="Line 141"/>
          <p:cNvSpPr>
            <a:spLocks noChangeShapeType="1"/>
          </p:cNvSpPr>
          <p:nvPr/>
        </p:nvSpPr>
        <p:spPr bwMode="auto">
          <a:xfrm flipH="1">
            <a:off x="1654175" y="25908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1" name="Line 143"/>
          <p:cNvSpPr>
            <a:spLocks noChangeShapeType="1"/>
          </p:cNvSpPr>
          <p:nvPr/>
        </p:nvSpPr>
        <p:spPr bwMode="auto">
          <a:xfrm>
            <a:off x="1654175" y="2590800"/>
            <a:ext cx="0" cy="304800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2" name="Line 144"/>
          <p:cNvSpPr>
            <a:spLocks noChangeShapeType="1"/>
          </p:cNvSpPr>
          <p:nvPr/>
        </p:nvSpPr>
        <p:spPr bwMode="auto">
          <a:xfrm flipH="1">
            <a:off x="968375" y="5638800"/>
            <a:ext cx="6858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3" name="Line 145"/>
          <p:cNvSpPr>
            <a:spLocks noChangeShapeType="1"/>
          </p:cNvSpPr>
          <p:nvPr/>
        </p:nvSpPr>
        <p:spPr bwMode="auto">
          <a:xfrm flipH="1">
            <a:off x="1806575" y="44196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4" name="Line 146"/>
          <p:cNvSpPr>
            <a:spLocks noChangeShapeType="1"/>
          </p:cNvSpPr>
          <p:nvPr/>
        </p:nvSpPr>
        <p:spPr bwMode="auto">
          <a:xfrm>
            <a:off x="1806575" y="4419600"/>
            <a:ext cx="0" cy="121920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5" name="Line 147"/>
          <p:cNvSpPr>
            <a:spLocks noChangeShapeType="1"/>
          </p:cNvSpPr>
          <p:nvPr/>
        </p:nvSpPr>
        <p:spPr bwMode="auto">
          <a:xfrm>
            <a:off x="7883525" y="3600450"/>
            <a:ext cx="0" cy="198120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6" name="Line 148"/>
          <p:cNvSpPr>
            <a:spLocks noChangeShapeType="1"/>
          </p:cNvSpPr>
          <p:nvPr/>
        </p:nvSpPr>
        <p:spPr bwMode="auto">
          <a:xfrm>
            <a:off x="1806575" y="5638800"/>
            <a:ext cx="60960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14" name="Text Box 66"/>
          <p:cNvSpPr txBox="1">
            <a:spLocks noChangeArrowheads="1"/>
          </p:cNvSpPr>
          <p:nvPr/>
        </p:nvSpPr>
        <p:spPr bwMode="auto">
          <a:xfrm>
            <a:off x="4484688" y="3794125"/>
            <a:ext cx="4079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_</a:t>
            </a:r>
            <a:endParaRPr lang="en-US" sz="1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116" name="Text Box 68"/>
          <p:cNvSpPr txBox="1">
            <a:spLocks noChangeArrowheads="1"/>
          </p:cNvSpPr>
          <p:nvPr/>
        </p:nvSpPr>
        <p:spPr bwMode="auto">
          <a:xfrm>
            <a:off x="3597275" y="3014663"/>
            <a:ext cx="542925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i</a:t>
            </a:r>
            <a:r>
              <a:rPr lang="en-US" sz="20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a</a:t>
            </a:r>
            <a:endParaRPr lang="en-US" sz="2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112" name="Text Box 64"/>
          <p:cNvSpPr txBox="1">
            <a:spLocks noChangeArrowheads="1"/>
          </p:cNvSpPr>
          <p:nvPr/>
        </p:nvSpPr>
        <p:spPr bwMode="auto">
          <a:xfrm>
            <a:off x="4262438" y="3389313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</a:t>
            </a:r>
            <a:r>
              <a:rPr lang="en-US" sz="1200" b="1" baseline="-25000">
                <a:latin typeface="Times New Roman" pitchFamily="18" charset="0"/>
              </a:rPr>
              <a:t>b</a:t>
            </a:r>
            <a:endParaRPr lang="en-US" sz="1000">
              <a:latin typeface="Times New Roman" pitchFamily="18" charset="0"/>
            </a:endParaRPr>
          </a:p>
        </p:txBody>
      </p:sp>
      <p:sp>
        <p:nvSpPr>
          <p:cNvPr id="2110" name="Text Box 62"/>
          <p:cNvSpPr txBox="1">
            <a:spLocks noChangeArrowheads="1"/>
          </p:cNvSpPr>
          <p:nvPr/>
        </p:nvSpPr>
        <p:spPr bwMode="auto">
          <a:xfrm>
            <a:off x="2960688" y="2176463"/>
            <a:ext cx="677863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R</a:t>
            </a:r>
            <a:r>
              <a:rPr lang="en-US" sz="20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a</a:t>
            </a:r>
            <a:endParaRPr lang="en-US" sz="1000">
              <a:latin typeface="Times New Roman" pitchFamily="18" charset="0"/>
            </a:endParaRPr>
          </a:p>
        </p:txBody>
      </p:sp>
      <p:sp>
        <p:nvSpPr>
          <p:cNvPr id="2111" name="Text Box 63"/>
          <p:cNvSpPr txBox="1">
            <a:spLocks noChangeArrowheads="1"/>
          </p:cNvSpPr>
          <p:nvPr/>
        </p:nvSpPr>
        <p:spPr bwMode="auto">
          <a:xfrm>
            <a:off x="3992563" y="2138363"/>
            <a:ext cx="679450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latin typeface="Times New Roman" pitchFamily="18" charset="0"/>
              </a:rPr>
              <a:t>L</a:t>
            </a:r>
            <a:r>
              <a:rPr lang="en-US" sz="2000" b="1" baseline="-25000">
                <a:latin typeface="Times New Roman" pitchFamily="18" charset="0"/>
              </a:rPr>
              <a:t>a</a:t>
            </a:r>
            <a:endParaRPr lang="en-US" sz="1000">
              <a:latin typeface="Times New Roman" pitchFamily="18" charset="0"/>
            </a:endParaRPr>
          </a:p>
        </p:txBody>
      </p:sp>
      <p:sp>
        <p:nvSpPr>
          <p:cNvPr id="2113" name="Text Box 65"/>
          <p:cNvSpPr txBox="1">
            <a:spLocks noChangeArrowheads="1"/>
          </p:cNvSpPr>
          <p:nvPr/>
        </p:nvSpPr>
        <p:spPr bwMode="auto">
          <a:xfrm>
            <a:off x="4456113" y="2862263"/>
            <a:ext cx="407988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+</a:t>
            </a:r>
          </a:p>
        </p:txBody>
      </p:sp>
      <p:sp>
        <p:nvSpPr>
          <p:cNvPr id="2107" name="Rectangle 59" descr="Pink tissue paper"/>
          <p:cNvSpPr>
            <a:spLocks noChangeArrowheads="1"/>
          </p:cNvSpPr>
          <p:nvPr/>
        </p:nvSpPr>
        <p:spPr bwMode="auto">
          <a:xfrm>
            <a:off x="4824413" y="2979738"/>
            <a:ext cx="134938" cy="1157288"/>
          </a:xfrm>
          <a:prstGeom prst="rect">
            <a:avLst/>
          </a:prstGeom>
          <a:blipFill dpi="0" rotWithShape="0">
            <a:blip r:embed="rId4" cstate="print"/>
            <a:srcRect/>
            <a:tile tx="0" ty="0" sx="100000" sy="100000" flip="none" algn="tl"/>
          </a:blipFill>
          <a:ln w="12700">
            <a:noFill/>
            <a:miter lim="800000"/>
            <a:headEnd/>
            <a:tailEnd/>
          </a:ln>
          <a:effectLst>
            <a:prstShdw prst="shdw17" dist="17961" dir="2700000">
              <a:srgbClr val="FFCCCC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08" name="Oval 60" descr="Pink tissue paper"/>
          <p:cNvSpPr>
            <a:spLocks noChangeArrowheads="1"/>
          </p:cNvSpPr>
          <p:nvPr/>
        </p:nvSpPr>
        <p:spPr bwMode="auto">
          <a:xfrm>
            <a:off x="4616450" y="3103563"/>
            <a:ext cx="542925" cy="936625"/>
          </a:xfrm>
          <a:prstGeom prst="ellipse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12700">
            <a:noFill/>
            <a:round/>
            <a:headEnd/>
            <a:tailEnd/>
          </a:ln>
          <a:effectLst>
            <a:prstShdw prst="shdw17" dist="17961" dir="2700000">
              <a:srgbClr val="FFCCCC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r>
              <a:rPr lang="en-US" sz="36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endParaRPr lang="en-US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grpSp>
        <p:nvGrpSpPr>
          <p:cNvPr id="5" name="Group 250"/>
          <p:cNvGrpSpPr>
            <a:grpSpLocks/>
          </p:cNvGrpSpPr>
          <p:nvPr/>
        </p:nvGrpSpPr>
        <p:grpSpPr bwMode="auto">
          <a:xfrm>
            <a:off x="3025775" y="2576513"/>
            <a:ext cx="457200" cy="228600"/>
            <a:chOff x="1906" y="1623"/>
            <a:chExt cx="288" cy="144"/>
          </a:xfrm>
        </p:grpSpPr>
        <p:sp>
          <p:nvSpPr>
            <p:cNvPr id="2229" name="Line 181"/>
            <p:cNvSpPr>
              <a:spLocks noChangeShapeType="1"/>
            </p:cNvSpPr>
            <p:nvPr/>
          </p:nvSpPr>
          <p:spPr bwMode="auto">
            <a:xfrm flipV="1">
              <a:off x="1906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0" name="Line 182"/>
            <p:cNvSpPr>
              <a:spLocks noChangeShapeType="1"/>
            </p:cNvSpPr>
            <p:nvPr/>
          </p:nvSpPr>
          <p:spPr bwMode="auto">
            <a:xfrm>
              <a:off x="1954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3" name="Line 185"/>
            <p:cNvSpPr>
              <a:spLocks noChangeShapeType="1"/>
            </p:cNvSpPr>
            <p:nvPr/>
          </p:nvSpPr>
          <p:spPr bwMode="auto">
            <a:xfrm flipV="1">
              <a:off x="2002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4" name="Line 186"/>
            <p:cNvSpPr>
              <a:spLocks noChangeShapeType="1"/>
            </p:cNvSpPr>
            <p:nvPr/>
          </p:nvSpPr>
          <p:spPr bwMode="auto">
            <a:xfrm>
              <a:off x="2050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6" name="Line 188"/>
            <p:cNvSpPr>
              <a:spLocks noChangeShapeType="1"/>
            </p:cNvSpPr>
            <p:nvPr/>
          </p:nvSpPr>
          <p:spPr bwMode="auto">
            <a:xfrm flipV="1">
              <a:off x="2098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7" name="Line 189"/>
            <p:cNvSpPr>
              <a:spLocks noChangeShapeType="1"/>
            </p:cNvSpPr>
            <p:nvPr/>
          </p:nvSpPr>
          <p:spPr bwMode="auto">
            <a:xfrm>
              <a:off x="2146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44" name="Freeform 196"/>
          <p:cNvSpPr>
            <a:spLocks/>
          </p:cNvSpPr>
          <p:nvPr/>
        </p:nvSpPr>
        <p:spPr bwMode="auto">
          <a:xfrm>
            <a:off x="3883025" y="2538413"/>
            <a:ext cx="338138" cy="3048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288" y="192"/>
              </a:cxn>
              <a:cxn ang="0">
                <a:pos x="144" y="192"/>
              </a:cxn>
              <a:cxn ang="0">
                <a:pos x="336" y="0"/>
              </a:cxn>
              <a:cxn ang="0">
                <a:pos x="480" y="192"/>
              </a:cxn>
            </a:cxnLst>
            <a:rect l="0" t="0" r="r" b="b"/>
            <a:pathLst>
              <a:path w="480" h="224">
                <a:moveTo>
                  <a:pt x="0" y="192"/>
                </a:moveTo>
                <a:cubicBezTo>
                  <a:pt x="48" y="96"/>
                  <a:pt x="96" y="0"/>
                  <a:pt x="144" y="0"/>
                </a:cubicBezTo>
                <a:cubicBezTo>
                  <a:pt x="192" y="0"/>
                  <a:pt x="288" y="160"/>
                  <a:pt x="288" y="192"/>
                </a:cubicBezTo>
                <a:cubicBezTo>
                  <a:pt x="288" y="224"/>
                  <a:pt x="136" y="224"/>
                  <a:pt x="144" y="192"/>
                </a:cubicBezTo>
                <a:cubicBezTo>
                  <a:pt x="152" y="160"/>
                  <a:pt x="280" y="0"/>
                  <a:pt x="336" y="0"/>
                </a:cubicBezTo>
                <a:cubicBezTo>
                  <a:pt x="392" y="0"/>
                  <a:pt x="436" y="96"/>
                  <a:pt x="480" y="192"/>
                </a:cubicBezTo>
              </a:path>
            </a:pathLst>
          </a:custGeom>
          <a:noFill/>
          <a:ln w="38100" cmpd="sng">
            <a:solidFill>
              <a:srgbClr val="800000"/>
            </a:solidFill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45" name="Freeform 197"/>
          <p:cNvSpPr>
            <a:spLocks/>
          </p:cNvSpPr>
          <p:nvPr/>
        </p:nvSpPr>
        <p:spPr bwMode="auto">
          <a:xfrm>
            <a:off x="4154488" y="2538413"/>
            <a:ext cx="338138" cy="3048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288" y="192"/>
              </a:cxn>
              <a:cxn ang="0">
                <a:pos x="144" y="192"/>
              </a:cxn>
              <a:cxn ang="0">
                <a:pos x="336" y="0"/>
              </a:cxn>
              <a:cxn ang="0">
                <a:pos x="480" y="192"/>
              </a:cxn>
            </a:cxnLst>
            <a:rect l="0" t="0" r="r" b="b"/>
            <a:pathLst>
              <a:path w="480" h="224">
                <a:moveTo>
                  <a:pt x="0" y="192"/>
                </a:moveTo>
                <a:cubicBezTo>
                  <a:pt x="48" y="96"/>
                  <a:pt x="96" y="0"/>
                  <a:pt x="144" y="0"/>
                </a:cubicBezTo>
                <a:cubicBezTo>
                  <a:pt x="192" y="0"/>
                  <a:pt x="288" y="160"/>
                  <a:pt x="288" y="192"/>
                </a:cubicBezTo>
                <a:cubicBezTo>
                  <a:pt x="288" y="224"/>
                  <a:pt x="136" y="224"/>
                  <a:pt x="144" y="192"/>
                </a:cubicBezTo>
                <a:cubicBezTo>
                  <a:pt x="152" y="160"/>
                  <a:pt x="280" y="0"/>
                  <a:pt x="336" y="0"/>
                </a:cubicBezTo>
                <a:cubicBezTo>
                  <a:pt x="392" y="0"/>
                  <a:pt x="436" y="96"/>
                  <a:pt x="480" y="192"/>
                </a:cubicBezTo>
              </a:path>
            </a:pathLst>
          </a:custGeom>
          <a:noFill/>
          <a:ln w="38100" cmpd="sng">
            <a:solidFill>
              <a:srgbClr val="800000"/>
            </a:solidFill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46" name="Line 198"/>
          <p:cNvSpPr>
            <a:spLocks noChangeShapeType="1"/>
          </p:cNvSpPr>
          <p:nvPr/>
        </p:nvSpPr>
        <p:spPr bwMode="auto">
          <a:xfrm flipH="1">
            <a:off x="4154488" y="2800350"/>
            <a:ext cx="66675" cy="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48" name="Line 200"/>
          <p:cNvSpPr>
            <a:spLocks noChangeShapeType="1"/>
          </p:cNvSpPr>
          <p:nvPr/>
        </p:nvSpPr>
        <p:spPr bwMode="auto">
          <a:xfrm flipH="1">
            <a:off x="2701925" y="278606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49" name="Line 201"/>
          <p:cNvSpPr>
            <a:spLocks noChangeShapeType="1"/>
          </p:cNvSpPr>
          <p:nvPr/>
        </p:nvSpPr>
        <p:spPr bwMode="auto">
          <a:xfrm>
            <a:off x="3482975" y="27860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50" name="Line 202"/>
          <p:cNvSpPr>
            <a:spLocks noChangeShapeType="1"/>
          </p:cNvSpPr>
          <p:nvPr/>
        </p:nvSpPr>
        <p:spPr bwMode="auto">
          <a:xfrm>
            <a:off x="4892675" y="415766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52" name="Line 204"/>
          <p:cNvSpPr>
            <a:spLocks noChangeShapeType="1"/>
          </p:cNvSpPr>
          <p:nvPr/>
        </p:nvSpPr>
        <p:spPr bwMode="auto">
          <a:xfrm flipV="1">
            <a:off x="4892675" y="2786063"/>
            <a:ext cx="0" cy="1825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53" name="Line 205"/>
          <p:cNvSpPr>
            <a:spLocks noChangeShapeType="1"/>
          </p:cNvSpPr>
          <p:nvPr/>
        </p:nvSpPr>
        <p:spPr bwMode="auto">
          <a:xfrm flipH="1">
            <a:off x="4511675" y="27860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60" name="Text Box 212"/>
          <p:cNvSpPr txBox="1">
            <a:spLocks noChangeArrowheads="1"/>
          </p:cNvSpPr>
          <p:nvPr/>
        </p:nvSpPr>
        <p:spPr bwMode="auto">
          <a:xfrm>
            <a:off x="996950" y="3606800"/>
            <a:ext cx="2381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r</a:t>
            </a:r>
            <a:endParaRPr lang="en-US" sz="2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61" name="Text Box 213"/>
          <p:cNvSpPr txBox="1">
            <a:spLocks noChangeArrowheads="1"/>
          </p:cNvSpPr>
          <p:nvPr/>
        </p:nvSpPr>
        <p:spPr bwMode="auto">
          <a:xfrm>
            <a:off x="8007350" y="3606800"/>
            <a:ext cx="2381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c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62" name="Text Box 214"/>
          <p:cNvSpPr txBox="1">
            <a:spLocks noChangeArrowheads="1"/>
          </p:cNvSpPr>
          <p:nvPr/>
        </p:nvSpPr>
        <p:spPr bwMode="auto">
          <a:xfrm>
            <a:off x="2682875" y="3395663"/>
            <a:ext cx="45720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e</a:t>
            </a:r>
            <a:r>
              <a:rPr lang="en-US" b="1" baseline="-25000">
                <a:effectLst>
                  <a:outerShdw blurRad="38100" dist="38100" dir="2700000" algn="tl">
                    <a:srgbClr val="FFFFFF"/>
                  </a:outerShdw>
                </a:effectLst>
              </a:rPr>
              <a:t>a</a:t>
            </a:r>
          </a:p>
        </p:txBody>
      </p:sp>
      <p:sp>
        <p:nvSpPr>
          <p:cNvPr id="2263" name="Text Box 215"/>
          <p:cNvSpPr txBox="1">
            <a:spLocks noChangeArrowheads="1"/>
          </p:cNvSpPr>
          <p:nvPr/>
        </p:nvSpPr>
        <p:spPr bwMode="auto">
          <a:xfrm>
            <a:off x="2749550" y="3870325"/>
            <a:ext cx="407988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_</a:t>
            </a:r>
            <a:endParaRPr lang="en-US" sz="1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64" name="Text Box 216"/>
          <p:cNvSpPr txBox="1">
            <a:spLocks noChangeArrowheads="1"/>
          </p:cNvSpPr>
          <p:nvPr/>
        </p:nvSpPr>
        <p:spPr bwMode="auto">
          <a:xfrm>
            <a:off x="2759075" y="2938463"/>
            <a:ext cx="407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+</a:t>
            </a:r>
          </a:p>
        </p:txBody>
      </p:sp>
      <p:sp>
        <p:nvSpPr>
          <p:cNvPr id="2267" name="Text Box 219"/>
          <p:cNvSpPr txBox="1">
            <a:spLocks noChangeArrowheads="1"/>
          </p:cNvSpPr>
          <p:nvPr/>
        </p:nvSpPr>
        <p:spPr bwMode="auto">
          <a:xfrm>
            <a:off x="1692275" y="3395663"/>
            <a:ext cx="45720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e</a:t>
            </a:r>
            <a:endParaRPr lang="en-US" b="1" baseline="-25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268" name="Text Box 220"/>
          <p:cNvSpPr txBox="1">
            <a:spLocks noChangeArrowheads="1"/>
          </p:cNvSpPr>
          <p:nvPr/>
        </p:nvSpPr>
        <p:spPr bwMode="auto">
          <a:xfrm>
            <a:off x="1758950" y="3870325"/>
            <a:ext cx="407988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_</a:t>
            </a:r>
            <a:endParaRPr lang="en-US" sz="1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69" name="Text Box 221"/>
          <p:cNvSpPr txBox="1">
            <a:spLocks noChangeArrowheads="1"/>
          </p:cNvSpPr>
          <p:nvPr/>
        </p:nvSpPr>
        <p:spPr bwMode="auto">
          <a:xfrm>
            <a:off x="1768475" y="2938463"/>
            <a:ext cx="407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+</a:t>
            </a:r>
          </a:p>
        </p:txBody>
      </p:sp>
      <p:sp>
        <p:nvSpPr>
          <p:cNvPr id="2270" name="Text Box 222"/>
          <p:cNvSpPr txBox="1">
            <a:spLocks noChangeArrowheads="1"/>
          </p:cNvSpPr>
          <p:nvPr/>
        </p:nvSpPr>
        <p:spPr bwMode="auto">
          <a:xfrm>
            <a:off x="5730875" y="2138363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N</a:t>
            </a:r>
            <a:r>
              <a:rPr lang="en-US" sz="2000" b="1" baseline="-25000">
                <a:latin typeface="Times New Roman" pitchFamily="18" charset="0"/>
              </a:rPr>
              <a:t>1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2271" name="Text Box 223"/>
          <p:cNvSpPr txBox="1">
            <a:spLocks noChangeArrowheads="1"/>
          </p:cNvSpPr>
          <p:nvPr/>
        </p:nvSpPr>
        <p:spPr bwMode="auto">
          <a:xfrm>
            <a:off x="5711825" y="3924300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N</a:t>
            </a:r>
            <a:r>
              <a:rPr lang="en-US" sz="2000" b="1" baseline="-25000">
                <a:latin typeface="Times New Roman" pitchFamily="18" charset="0"/>
              </a:rPr>
              <a:t>2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2272" name="Text Box 224"/>
          <p:cNvSpPr txBox="1">
            <a:spLocks noChangeArrowheads="1"/>
          </p:cNvSpPr>
          <p:nvPr/>
        </p:nvSpPr>
        <p:spPr bwMode="auto">
          <a:xfrm>
            <a:off x="7102475" y="2990850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B</a:t>
            </a:r>
            <a:r>
              <a:rPr lang="en-US" sz="20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L</a:t>
            </a:r>
            <a:endParaRPr lang="en-US" sz="1000" baseline="-25000">
              <a:latin typeface="Times New Roman" pitchFamily="18" charset="0"/>
            </a:endParaRPr>
          </a:p>
        </p:txBody>
      </p:sp>
      <p:sp>
        <p:nvSpPr>
          <p:cNvPr id="2273" name="Arc 225"/>
          <p:cNvSpPr>
            <a:spLocks/>
          </p:cNvSpPr>
          <p:nvPr/>
        </p:nvSpPr>
        <p:spPr bwMode="auto">
          <a:xfrm>
            <a:off x="5197475" y="3014663"/>
            <a:ext cx="168275" cy="4365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0934"/>
              <a:gd name="T2" fmla="*/ 19479 w 21600"/>
              <a:gd name="T3" fmla="*/ 30934 h 30934"/>
              <a:gd name="T4" fmla="*/ 0 w 21600"/>
              <a:gd name="T5" fmla="*/ 21600 h 30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93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</a:path>
              <a:path w="21600" h="3093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275" name="Text Box 227"/>
          <p:cNvSpPr txBox="1">
            <a:spLocks noChangeArrowheads="1"/>
          </p:cNvSpPr>
          <p:nvPr/>
        </p:nvSpPr>
        <p:spPr bwMode="auto">
          <a:xfrm>
            <a:off x="5197475" y="3395663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l-GR" sz="2000" b="1"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cs typeface="Times New Roman" pitchFamily="18" charset="0"/>
              </a:rPr>
              <a:t>θ</a:t>
            </a:r>
            <a:endParaRPr lang="el-GR" sz="2000" b="1" baseline="-25000"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277" name="Freeform 229"/>
          <p:cNvSpPr>
            <a:spLocks/>
          </p:cNvSpPr>
          <p:nvPr/>
        </p:nvSpPr>
        <p:spPr bwMode="auto">
          <a:xfrm rot="18698013">
            <a:off x="4997450" y="4067175"/>
            <a:ext cx="296863" cy="2286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288" y="192"/>
              </a:cxn>
              <a:cxn ang="0">
                <a:pos x="144" y="192"/>
              </a:cxn>
              <a:cxn ang="0">
                <a:pos x="336" y="0"/>
              </a:cxn>
              <a:cxn ang="0">
                <a:pos x="480" y="192"/>
              </a:cxn>
            </a:cxnLst>
            <a:rect l="0" t="0" r="r" b="b"/>
            <a:pathLst>
              <a:path w="480" h="224">
                <a:moveTo>
                  <a:pt x="0" y="192"/>
                </a:moveTo>
                <a:cubicBezTo>
                  <a:pt x="48" y="96"/>
                  <a:pt x="96" y="0"/>
                  <a:pt x="144" y="0"/>
                </a:cubicBezTo>
                <a:cubicBezTo>
                  <a:pt x="192" y="0"/>
                  <a:pt x="288" y="160"/>
                  <a:pt x="288" y="192"/>
                </a:cubicBezTo>
                <a:cubicBezTo>
                  <a:pt x="288" y="224"/>
                  <a:pt x="136" y="224"/>
                  <a:pt x="144" y="192"/>
                </a:cubicBezTo>
                <a:cubicBezTo>
                  <a:pt x="152" y="160"/>
                  <a:pt x="280" y="0"/>
                  <a:pt x="336" y="0"/>
                </a:cubicBezTo>
                <a:cubicBezTo>
                  <a:pt x="392" y="0"/>
                  <a:pt x="436" y="96"/>
                  <a:pt x="480" y="192"/>
                </a:cubicBezTo>
              </a:path>
            </a:pathLst>
          </a:custGeom>
          <a:noFill/>
          <a:ln w="28575" cmpd="sng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78" name="Freeform 230"/>
          <p:cNvSpPr>
            <a:spLocks/>
          </p:cNvSpPr>
          <p:nvPr/>
        </p:nvSpPr>
        <p:spPr bwMode="auto">
          <a:xfrm rot="18698013">
            <a:off x="5154613" y="3889375"/>
            <a:ext cx="296863" cy="2286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288" y="192"/>
              </a:cxn>
              <a:cxn ang="0">
                <a:pos x="144" y="192"/>
              </a:cxn>
              <a:cxn ang="0">
                <a:pos x="336" y="0"/>
              </a:cxn>
              <a:cxn ang="0">
                <a:pos x="480" y="192"/>
              </a:cxn>
            </a:cxnLst>
            <a:rect l="0" t="0" r="r" b="b"/>
            <a:pathLst>
              <a:path w="480" h="224">
                <a:moveTo>
                  <a:pt x="0" y="192"/>
                </a:moveTo>
                <a:cubicBezTo>
                  <a:pt x="48" y="96"/>
                  <a:pt x="96" y="0"/>
                  <a:pt x="144" y="0"/>
                </a:cubicBezTo>
                <a:cubicBezTo>
                  <a:pt x="192" y="0"/>
                  <a:pt x="288" y="160"/>
                  <a:pt x="288" y="192"/>
                </a:cubicBezTo>
                <a:cubicBezTo>
                  <a:pt x="288" y="224"/>
                  <a:pt x="136" y="224"/>
                  <a:pt x="144" y="192"/>
                </a:cubicBezTo>
                <a:cubicBezTo>
                  <a:pt x="152" y="160"/>
                  <a:pt x="280" y="0"/>
                  <a:pt x="336" y="0"/>
                </a:cubicBezTo>
                <a:cubicBezTo>
                  <a:pt x="392" y="0"/>
                  <a:pt x="436" y="96"/>
                  <a:pt x="480" y="192"/>
                </a:cubicBezTo>
              </a:path>
            </a:pathLst>
          </a:custGeom>
          <a:noFill/>
          <a:ln w="28575" cmpd="sng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79" name="Line 231"/>
          <p:cNvSpPr>
            <a:spLocks noChangeShapeType="1"/>
          </p:cNvSpPr>
          <p:nvPr/>
        </p:nvSpPr>
        <p:spPr bwMode="auto">
          <a:xfrm rot="18698013" flipH="1">
            <a:off x="5256213" y="4146550"/>
            <a:ext cx="60325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0" name="Line 232"/>
          <p:cNvSpPr>
            <a:spLocks noChangeShapeType="1"/>
          </p:cNvSpPr>
          <p:nvPr/>
        </p:nvSpPr>
        <p:spPr bwMode="auto">
          <a:xfrm rot="18698013">
            <a:off x="5248275" y="4241800"/>
            <a:ext cx="0" cy="4572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1" name="Line 233"/>
          <p:cNvSpPr>
            <a:spLocks noChangeShapeType="1"/>
          </p:cNvSpPr>
          <p:nvPr/>
        </p:nvSpPr>
        <p:spPr bwMode="auto">
          <a:xfrm rot="18698013">
            <a:off x="5602288" y="3843338"/>
            <a:ext cx="0" cy="4572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2" name="Line 234"/>
          <p:cNvSpPr>
            <a:spLocks noChangeShapeType="1"/>
          </p:cNvSpPr>
          <p:nvPr/>
        </p:nvSpPr>
        <p:spPr bwMode="auto">
          <a:xfrm rot="18698013">
            <a:off x="5545138" y="4325938"/>
            <a:ext cx="0" cy="3048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3" name="Line 235"/>
          <p:cNvSpPr>
            <a:spLocks noChangeShapeType="1"/>
          </p:cNvSpPr>
          <p:nvPr/>
        </p:nvSpPr>
        <p:spPr bwMode="auto">
          <a:xfrm rot="18698013">
            <a:off x="5608638" y="4321175"/>
            <a:ext cx="0" cy="228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5" name="Line 237"/>
          <p:cNvSpPr>
            <a:spLocks noChangeShapeType="1"/>
          </p:cNvSpPr>
          <p:nvPr/>
        </p:nvSpPr>
        <p:spPr bwMode="auto">
          <a:xfrm rot="18698013" flipH="1">
            <a:off x="5387975" y="4552950"/>
            <a:ext cx="182563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6" name="Line 238"/>
          <p:cNvSpPr>
            <a:spLocks noChangeShapeType="1"/>
          </p:cNvSpPr>
          <p:nvPr/>
        </p:nvSpPr>
        <p:spPr bwMode="auto">
          <a:xfrm rot="18698013">
            <a:off x="5567363" y="4316413"/>
            <a:ext cx="246063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8" name="Text Box 240"/>
          <p:cNvSpPr txBox="1">
            <a:spLocks noChangeArrowheads="1"/>
          </p:cNvSpPr>
          <p:nvPr/>
        </p:nvSpPr>
        <p:spPr bwMode="auto">
          <a:xfrm>
            <a:off x="5426075" y="4483100"/>
            <a:ext cx="1600200" cy="39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i</a:t>
            </a:r>
            <a:r>
              <a:rPr lang="en-US" sz="20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f </a:t>
            </a: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= Constant</a:t>
            </a:r>
            <a:endParaRPr lang="en-US" sz="1000">
              <a:latin typeface="Times New Roman" pitchFamily="18" charset="0"/>
            </a:endParaRPr>
          </a:p>
        </p:txBody>
      </p:sp>
      <p:sp>
        <p:nvSpPr>
          <p:cNvPr id="2301" name="Text Box 253"/>
          <p:cNvSpPr txBox="1">
            <a:spLocks noChangeArrowheads="1"/>
          </p:cNvSpPr>
          <p:nvPr/>
        </p:nvSpPr>
        <p:spPr bwMode="auto">
          <a:xfrm>
            <a:off x="4876800" y="2609850"/>
            <a:ext cx="609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latin typeface="Times New Roman" pitchFamily="18" charset="0"/>
              </a:rPr>
              <a:t>J</a:t>
            </a:r>
            <a:r>
              <a:rPr lang="en-US" b="1" baseline="-25000">
                <a:latin typeface="Times New Roman" pitchFamily="18" charset="0"/>
              </a:rPr>
              <a:t>M</a:t>
            </a:r>
            <a:r>
              <a:rPr lang="en-US" b="1">
                <a:latin typeface="Times New Roman" pitchFamily="18" charset="0"/>
              </a:rPr>
              <a:t> B</a:t>
            </a:r>
            <a:r>
              <a:rPr lang="en-US" b="1" baseline="-25000">
                <a:latin typeface="Times New Roman" pitchFamily="18" charset="0"/>
              </a:rPr>
              <a:t>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82</a:t>
            </a:fld>
            <a:endParaRPr lang="en-GB"/>
          </a:p>
        </p:txBody>
      </p:sp>
      <p:sp>
        <p:nvSpPr>
          <p:cNvPr id="108" name="Title 1"/>
          <p:cNvSpPr txBox="1">
            <a:spLocks/>
          </p:cNvSpPr>
          <p:nvPr/>
        </p:nvSpPr>
        <p:spPr>
          <a:xfrm>
            <a:off x="251520" y="116632"/>
            <a:ext cx="8640960" cy="72008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Example-16: Angular Position Control</a:t>
            </a:r>
            <a:r>
              <a:rPr lang="en-GB" sz="3600" dirty="0">
                <a:latin typeface="+mj-lt"/>
                <a:ea typeface="+mj-ea"/>
                <a:cs typeface="+mj-cs"/>
              </a:rPr>
              <a:t> System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559585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549400" y="0"/>
            <a:ext cx="599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400" b="1" u="sng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Numerical Values for System constants 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76200" y="457200"/>
            <a:ext cx="9013825" cy="63277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</a:rPr>
              <a:t> angular displacement of the reference input shaft</a:t>
            </a:r>
          </a:p>
          <a:p>
            <a:pPr eaLnBrk="1" hangingPunct="1"/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</a:rPr>
              <a:t> angular displacement of the output shaft</a:t>
            </a:r>
          </a:p>
          <a:p>
            <a:pPr eaLnBrk="1" hangingPunct="1"/>
            <a:r>
              <a:rPr lang="el-GR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θ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angular displacement of the motor shaft</a:t>
            </a:r>
          </a:p>
          <a:p>
            <a:pPr eaLnBrk="1" hangingPunct="1"/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K</a:t>
            </a:r>
            <a:r>
              <a:rPr lang="en-US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1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gain of the potentiometer shaft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24/</a:t>
            </a:r>
            <a:r>
              <a:rPr lang="el-GR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pitchFamily="34" charset="0"/>
              </a:rPr>
              <a:t>π</a:t>
            </a:r>
          </a:p>
          <a:p>
            <a:pPr eaLnBrk="1" hangingPunct="1"/>
            <a:r>
              <a:rPr lang="en-US" sz="24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K</a:t>
            </a:r>
            <a:r>
              <a:rPr lang="en-US" sz="24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p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amplifier gain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10</a:t>
            </a:r>
          </a:p>
          <a:p>
            <a:pPr eaLnBrk="1" hangingPunct="1"/>
            <a:r>
              <a:rPr lang="en-US" sz="24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e</a:t>
            </a:r>
            <a:r>
              <a:rPr lang="en-US" sz="24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a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armature voltage</a:t>
            </a:r>
          </a:p>
          <a:p>
            <a:pPr eaLnBrk="1" hangingPunct="1"/>
            <a:r>
              <a:rPr lang="en-US" sz="24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e</a:t>
            </a:r>
            <a:r>
              <a:rPr lang="en-US" sz="24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b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back </a:t>
            </a:r>
            <a:r>
              <a:rPr lang="en-US" sz="24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emf</a:t>
            </a:r>
            <a:endParaRPr lang="en-US" sz="2400" b="1" dirty="0">
              <a:effectLst>
                <a:outerShdw blurRad="38100" dist="38100" dir="2700000" algn="tl">
                  <a:srgbClr val="FFFFFF"/>
                </a:outerShdw>
              </a:effectLst>
              <a:latin typeface="Book Antiqua" pitchFamily="18" charset="0"/>
              <a:cs typeface="Arial" pitchFamily="34" charset="0"/>
            </a:endParaRPr>
          </a:p>
          <a:p>
            <a:pPr eaLnBrk="1" hangingPunct="1"/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R</a:t>
            </a:r>
            <a:r>
              <a:rPr lang="en-US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a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armature winding resistance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0.2 </a:t>
            </a:r>
            <a:r>
              <a:rPr lang="el-GR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Ω</a:t>
            </a:r>
            <a:endParaRPr lang="en-US" sz="2400" b="1" dirty="0"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  <a:cs typeface="Arial" pitchFamily="34" charset="0"/>
            </a:endParaRPr>
          </a:p>
          <a:p>
            <a:pPr eaLnBrk="1" hangingPunct="1"/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L</a:t>
            </a:r>
            <a:r>
              <a:rPr lang="en-US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a 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armature winding inductance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negligible</a:t>
            </a:r>
          </a:p>
          <a:p>
            <a:pPr eaLnBrk="1" hangingPunct="1"/>
            <a:r>
              <a:rPr lang="en-US" sz="24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i</a:t>
            </a:r>
            <a:r>
              <a:rPr lang="en-US" sz="24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a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armature winding current</a:t>
            </a:r>
          </a:p>
          <a:p>
            <a:pPr eaLnBrk="1" hangingPunct="1"/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K</a:t>
            </a:r>
            <a:r>
              <a:rPr lang="en-US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b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back </a:t>
            </a:r>
            <a:r>
              <a:rPr lang="en-US" sz="24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emf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constant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5.5x10</a:t>
            </a:r>
            <a:r>
              <a:rPr lang="en-US" sz="2400" b="1" baseline="30000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-2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volt-sec/rad</a:t>
            </a:r>
          </a:p>
          <a:p>
            <a:pPr eaLnBrk="1" hangingPunct="1"/>
            <a:r>
              <a:rPr lang="en-US" sz="24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K</a:t>
            </a:r>
            <a:r>
              <a:rPr lang="en-US" sz="24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t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motor torque constant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6x10</a:t>
            </a:r>
            <a:r>
              <a:rPr lang="en-US" sz="2400" b="1" baseline="30000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-5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N-m/ampere</a:t>
            </a:r>
          </a:p>
          <a:p>
            <a:pPr eaLnBrk="1" hangingPunct="1"/>
            <a:r>
              <a:rPr lang="en-US" sz="24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J</a:t>
            </a:r>
            <a:r>
              <a:rPr lang="en-US" sz="24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m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= moment of inertia of the motor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1x10</a:t>
            </a:r>
            <a:r>
              <a:rPr lang="en-US" sz="2400" b="1" baseline="30000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-5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kg-m</a:t>
            </a:r>
            <a:r>
              <a:rPr lang="en-US" sz="2400" b="1" baseline="30000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2</a:t>
            </a:r>
          </a:p>
          <a:p>
            <a:pPr eaLnBrk="1" hangingPunct="1"/>
            <a:r>
              <a:rPr lang="en-US" sz="24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B</a:t>
            </a:r>
            <a:r>
              <a:rPr lang="en-US" sz="2400" b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m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viscous-friction coefficients of the motor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negligible</a:t>
            </a:r>
          </a:p>
          <a:p>
            <a:pPr eaLnBrk="1" hangingPunct="1"/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J</a:t>
            </a:r>
            <a:r>
              <a:rPr lang="en-US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L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moment of inertia of the load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4.4x10</a:t>
            </a:r>
            <a:r>
              <a:rPr lang="en-US" sz="2400" b="1" baseline="30000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-3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kgm</a:t>
            </a:r>
            <a:r>
              <a:rPr lang="en-US" sz="2400" b="1" baseline="30000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2</a:t>
            </a:r>
          </a:p>
          <a:p>
            <a:pPr eaLnBrk="1" hangingPunct="1"/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B</a:t>
            </a:r>
            <a:r>
              <a:rPr lang="en-US" sz="24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L</a:t>
            </a:r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viscous friction coefficient of the load =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4x10</a:t>
            </a:r>
            <a:r>
              <a:rPr lang="en-US" sz="2400" b="1" baseline="30000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-2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 N-m/rad/sec</a:t>
            </a:r>
          </a:p>
          <a:p>
            <a:pPr eaLnBrk="1" hangingPunct="1"/>
            <a:r>
              <a:rPr lang="en-US" sz="2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n=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gear ratio = N</a:t>
            </a:r>
            <a:r>
              <a:rPr lang="en-US" sz="240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1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/N</a:t>
            </a:r>
            <a:r>
              <a:rPr lang="en-US" sz="240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2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  <a:cs typeface="Arial" pitchFamily="34" charset="0"/>
              </a:rPr>
              <a:t>= 1/10</a:t>
            </a:r>
            <a:r>
              <a:rPr 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Book Antiqua" pitchFamily="18" charset="0"/>
                <a:cs typeface="Arial" pitchFamily="34" charset="0"/>
              </a:rPr>
              <a:t>  </a:t>
            </a:r>
            <a:endParaRPr lang="en-US" sz="2400" b="1" dirty="0">
              <a:effectLst>
                <a:outerShdw blurRad="38100" dist="38100" dir="2700000" algn="tl">
                  <a:srgbClr val="FFFFFF"/>
                </a:outerShdw>
              </a:effectLst>
              <a:latin typeface="Book Antiqu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27056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835493" y="304800"/>
            <a:ext cx="69158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GB" sz="2800" dirty="0"/>
              <a:t>Example-16: Angular Position Control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34597"/>
            <a:ext cx="2133600" cy="365125"/>
          </a:xfrm>
        </p:spPr>
        <p:txBody>
          <a:bodyPr/>
          <a:lstStyle/>
          <a:p>
            <a:fld id="{7A0D5CAB-8BF0-4EA3-BAE4-9835C852A49B}" type="slidenum">
              <a:rPr lang="en-GB" smtClean="0"/>
              <a:pPr/>
              <a:t>84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59234" y="1020479"/>
            <a:ext cx="899106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b="1" dirty="0"/>
              <a:t>Transfer function of the armature controlled D.C motor with load connected to it is given by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itchFamily="34" charset="0"/>
              <a:buChar char="•"/>
            </a:pPr>
            <a:endParaRPr lang="en-US" sz="2000" b="1" dirty="0"/>
          </a:p>
          <a:p>
            <a:endParaRPr lang="en-US" sz="2000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b="1" dirty="0"/>
              <a:t>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32441" y="3356992"/>
                <a:ext cx="7716023" cy="844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=1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−5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000" b="0" i="1" smtClean="0">
                          <a:latin typeface="Cambria Math"/>
                        </a:rPr>
                        <m:t>4.4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=5.4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441" y="3356992"/>
                <a:ext cx="7716023" cy="844655"/>
              </a:xfrm>
              <a:prstGeom prst="rect">
                <a:avLst/>
              </a:prstGeom>
              <a:blipFill rotWithShape="1">
                <a:blip r:embed="rId2"/>
                <a:stretch>
                  <a:fillRect r="-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6899" y="4238394"/>
                <a:ext cx="6238054" cy="844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000" i="1">
                          <a:latin typeface="Cambria Math"/>
                        </a:rPr>
                        <m:t>4</m:t>
                      </m:r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  <a:ea typeface="Cambria Math"/>
                        </a:rPr>
                        <m:t>=4×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899" y="4238394"/>
                <a:ext cx="6238054" cy="844655"/>
              </a:xfrm>
              <a:prstGeom prst="rect">
                <a:avLst/>
              </a:prstGeom>
              <a:blipFill rotWithShape="1">
                <a:blip r:embed="rId3"/>
                <a:stretch>
                  <a:fillRect r="-1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833923" y="5702100"/>
                <a:ext cx="2918941" cy="7331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(1.08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+8.33)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923" y="5702100"/>
                <a:ext cx="2918941" cy="733149"/>
              </a:xfrm>
              <a:prstGeom prst="rect">
                <a:avLst/>
              </a:prstGeom>
              <a:blipFill rotWithShape="1">
                <a:blip r:embed="rId4"/>
                <a:stretch>
                  <a:fillRect r="-2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793720" y="1844824"/>
                <a:ext cx="5730608" cy="8582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200" b="0" i="1" smtClean="0">
                              <a:latin typeface="Cambria Math"/>
                            </a:rPr>
                            <m:t>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𝑒𝑞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𝑒𝑞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200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/>
                                    </a:rPr>
                                    <m:t>𝑒𝑞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720" y="1844824"/>
                <a:ext cx="5730608" cy="858248"/>
              </a:xfrm>
              <a:prstGeom prst="rect">
                <a:avLst/>
              </a:prstGeom>
              <a:blipFill rotWithShape="1">
                <a:blip r:embed="rId5"/>
                <a:stretch>
                  <a:fillRect r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59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2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835493" y="44624"/>
            <a:ext cx="69158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GB" sz="2800" dirty="0"/>
              <a:t>Example-16: Angular Position Control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99792" y="1340768"/>
                <a:ext cx="26815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𝑟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1340768"/>
                <a:ext cx="2681503" cy="400110"/>
              </a:xfrm>
              <a:prstGeom prst="rect">
                <a:avLst/>
              </a:prstGeom>
              <a:blipFill rotWithShape="1">
                <a:blip r:embed="rId2"/>
                <a:stretch>
                  <a:fillRect t="-7576" r="-2955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5496" y="836712"/>
                <a:ext cx="8928992" cy="4801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:r>
                  <a:rPr lang="en-US" b="1" dirty="0"/>
                  <a:t>Error is difference between reference input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𝒓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b="1" dirty="0"/>
                  <a:t> and out  calculated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𝒄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b="1" dirty="0"/>
                  <a:t> and can be calculated as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b="1" dirty="0"/>
                  <a:t>Output of amplifier is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b="1" dirty="0"/>
                  <a:t>Merging </a:t>
                </a:r>
                <a:r>
                  <a:rPr lang="en-US" b="1" dirty="0" err="1"/>
                  <a:t>eq</a:t>
                </a:r>
                <a:r>
                  <a:rPr lang="en-US" b="1" dirty="0"/>
                  <a:t> (a) and </a:t>
                </a:r>
                <a:r>
                  <a:rPr lang="en-US" b="1" dirty="0" err="1"/>
                  <a:t>eq</a:t>
                </a:r>
                <a:r>
                  <a:rPr lang="en-US" b="1" dirty="0"/>
                  <a:t> (b) yields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b="1" dirty="0"/>
                  <a:t>Relation between angular position of motor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b="1" dirty="0"/>
                  <a:t>and angular position of load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𝒄</m:t>
                    </m:r>
                  </m:oMath>
                </a14:m>
                <a:r>
                  <a:rPr lang="en-US" b="1" dirty="0"/>
                  <a:t> is given as 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b="1" dirty="0"/>
                  <a:t>or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836712"/>
                <a:ext cx="8928992" cy="4801314"/>
              </a:xfrm>
              <a:prstGeom prst="rect">
                <a:avLst/>
              </a:prstGeom>
              <a:blipFill rotWithShape="1">
                <a:blip r:embed="rId3"/>
                <a:stretch>
                  <a:fillRect l="-478" t="-635" b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735085" y="1888215"/>
                <a:ext cx="5112746" cy="5291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0" dirty="0"/>
                  <a:t>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𝜋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𝑅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𝑆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𝑆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=7.64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𝑅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𝑆</m:t>
                            </m:r>
                          </m:e>
                        </m:d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𝐶</m:t>
                        </m:r>
                        <m:r>
                          <a:rPr lang="en-US" sz="2000" i="1">
                            <a:latin typeface="Cambria Math"/>
                          </a:rPr>
                          <m:t>(</m:t>
                        </m:r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  <m:r>
                          <a:rPr lang="en-US" sz="2000" i="1"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085" y="1888215"/>
                <a:ext cx="5112746" cy="529184"/>
              </a:xfrm>
              <a:prstGeom prst="rect">
                <a:avLst/>
              </a:prstGeom>
              <a:blipFill rotWithShape="1">
                <a:blip r:embed="rId4"/>
                <a:stretch>
                  <a:fillRect l="-1313" r="-1551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87824" y="2852936"/>
                <a:ext cx="3116302" cy="423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=10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r>
                        <a:rPr lang="en-US" sz="2000" b="0" i="1" smtClean="0">
                          <a:latin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</a:rPr>
                        <m:t>𝑠</m:t>
                      </m:r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2852936"/>
                <a:ext cx="3116302" cy="423770"/>
              </a:xfrm>
              <a:prstGeom prst="rect">
                <a:avLst/>
              </a:prstGeom>
              <a:blipFill rotWithShape="1">
                <a:blip r:embed="rId5"/>
                <a:stretch>
                  <a:fillRect t="-5714" r="-274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761863" y="3699034"/>
                <a:ext cx="3201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=76.4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𝑅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𝑆</m:t>
                            </m:r>
                          </m:e>
                        </m:d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𝐶</m:t>
                        </m:r>
                        <m:r>
                          <a:rPr lang="en-US" sz="2000" i="1">
                            <a:latin typeface="Cambria Math"/>
                          </a:rPr>
                          <m:t>(</m:t>
                        </m:r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  <m:r>
                          <a:rPr lang="en-US" sz="2000" i="1"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863" y="3699034"/>
                <a:ext cx="3201069" cy="400110"/>
              </a:xfrm>
              <a:prstGeom prst="rect">
                <a:avLst/>
              </a:prstGeom>
              <a:blipFill rotWithShape="1">
                <a:blip r:embed="rId6"/>
                <a:stretch>
                  <a:fillRect t="-7692" r="-3048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8051205" y="200440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4513" y="285293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275856" y="4486624"/>
                <a:ext cx="1892890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𝐶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4486624"/>
                <a:ext cx="1892890" cy="670568"/>
              </a:xfrm>
              <a:prstGeom prst="rect">
                <a:avLst/>
              </a:prstGeom>
              <a:blipFill rotWithShape="1">
                <a:blip r:embed="rId7"/>
                <a:stretch>
                  <a:fillRect r="-4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347864" y="5212161"/>
                <a:ext cx="18501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10</m:t>
                      </m:r>
                      <m:r>
                        <a:rPr lang="en-US" sz="2000" b="0" i="1" smtClean="0">
                          <a:latin typeface="Cambria Math"/>
                        </a:rPr>
                        <m:t>𝐶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5212161"/>
                <a:ext cx="1850122" cy="400110"/>
              </a:xfrm>
              <a:prstGeom prst="rect">
                <a:avLst/>
              </a:prstGeom>
              <a:blipFill rotWithShape="1">
                <a:blip r:embed="rId8"/>
                <a:stretch>
                  <a:fillRect t="-7576" r="-4605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29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20" grpId="0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835493" y="304800"/>
            <a:ext cx="69158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GB" sz="2800" dirty="0"/>
              <a:t>Example-16: Angular Position Control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86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48021" y="1916832"/>
            <a:ext cx="84967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Final Closed loop transfer function of the system can now be written as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7704" y="2747796"/>
                <a:ext cx="4790607" cy="797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10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200" i="1">
                              <a:latin typeface="Cambria Math"/>
                            </a:rPr>
                            <m:t>76.4</m:t>
                          </m:r>
                          <m:r>
                            <m:rPr>
                              <m:nor/>
                            </m:rPr>
                            <a:rPr lang="en-US" sz="2200" dirty="0"/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en-US" sz="22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)</m:t>
                              </m:r>
                            </m:e>
                          </m:d>
                        </m:den>
                      </m:f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(1.08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𝑆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+8.33)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2747796"/>
                <a:ext cx="4790607" cy="797270"/>
              </a:xfrm>
              <a:prstGeom prst="rect">
                <a:avLst/>
              </a:prstGeom>
              <a:blipFill rotWithShape="1">
                <a:blip r:embed="rId2"/>
                <a:stretch>
                  <a:fillRect r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511170" y="3940121"/>
                <a:ext cx="3320396" cy="7850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200" i="1">
                              <a:latin typeface="Cambria Math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𝑆</m:t>
                              </m:r>
                            </m:e>
                          </m:d>
                        </m:den>
                      </m:f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42.3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/>
                            </a:rPr>
                            <m:t>+7.69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+42.3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170" y="3940121"/>
                <a:ext cx="3320396" cy="785023"/>
              </a:xfrm>
              <a:prstGeom prst="rect">
                <a:avLst/>
              </a:prstGeom>
              <a:blipFill rotWithShape="1">
                <a:blip r:embed="rId3"/>
                <a:stretch>
                  <a:fillRect r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24460" y="1052736"/>
                <a:ext cx="2652777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(1.08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+8.33)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460" y="1052736"/>
                <a:ext cx="2652777" cy="669094"/>
              </a:xfrm>
              <a:prstGeom prst="rect">
                <a:avLst/>
              </a:prstGeom>
              <a:blipFill rotWithShape="1">
                <a:blip r:embed="rId4"/>
                <a:stretch>
                  <a:fillRect r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3858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 of Lecture-2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download this lecture visit</a:t>
            </a: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http://imtiazhussainkalwar.weebly.com/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87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3212</TotalTime>
  <Words>2814</Words>
  <Application>Microsoft Office PowerPoint</Application>
  <PresentationFormat>On-screen Show (4:3)</PresentationFormat>
  <Paragraphs>671</Paragraphs>
  <Slides>87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9" baseType="lpstr">
      <vt:lpstr>Arial</vt:lpstr>
      <vt:lpstr>Book Antiqua</vt:lpstr>
      <vt:lpstr>Calibri</vt:lpstr>
      <vt:lpstr>Cambria Math</vt:lpstr>
      <vt:lpstr>CambriaMath</vt:lpstr>
      <vt:lpstr>Comic Sans MS</vt:lpstr>
      <vt:lpstr>Symbol</vt:lpstr>
      <vt:lpstr>Times New Roman</vt:lpstr>
      <vt:lpstr>TrebuchetMS</vt:lpstr>
      <vt:lpstr>Wingdings</vt:lpstr>
      <vt:lpstr>Office Theme</vt:lpstr>
      <vt:lpstr>Equation</vt:lpstr>
      <vt:lpstr>Control Systems (CS)</vt:lpstr>
      <vt:lpstr>Outline</vt:lpstr>
      <vt:lpstr>Types of Systems</vt:lpstr>
      <vt:lpstr>Dynamic Systems</vt:lpstr>
      <vt:lpstr>Ways to Study a System</vt:lpstr>
      <vt:lpstr>Model</vt:lpstr>
      <vt:lpstr>What is Mathematical Model?</vt:lpstr>
      <vt:lpstr>  </vt:lpstr>
      <vt:lpstr>PowerPoint Presentation</vt:lpstr>
      <vt:lpstr>Black Box Model</vt:lpstr>
      <vt:lpstr>Grey Box Model</vt:lpstr>
      <vt:lpstr>White Box Model</vt:lpstr>
      <vt:lpstr>Laplace Transform  </vt:lpstr>
      <vt:lpstr>Basic Elements of Electrical Systems</vt:lpstr>
      <vt:lpstr>Example#1</vt:lpstr>
      <vt:lpstr>Example#1</vt:lpstr>
      <vt:lpstr>Example#1</vt:lpstr>
      <vt:lpstr>Example#1</vt:lpstr>
      <vt:lpstr>Example#2</vt:lpstr>
      <vt:lpstr>Example#2</vt:lpstr>
      <vt:lpstr>Transform Impedance (Resistor)</vt:lpstr>
      <vt:lpstr>Transform Impedance (Inductor)</vt:lpstr>
      <vt:lpstr>Transform Impedance (Capacitor)</vt:lpstr>
      <vt:lpstr>Equivalent Transform Impedance (Series)</vt:lpstr>
      <vt:lpstr>Equivalent Transform Impedance (Parallel)</vt:lpstr>
      <vt:lpstr>Equivalent Transform Impedance</vt:lpstr>
      <vt:lpstr>Back to Example#2</vt:lpstr>
      <vt:lpstr>Example#2</vt:lpstr>
      <vt:lpstr>Modeling of Electronic Systems</vt:lpstr>
      <vt:lpstr>Operational Amplifiers</vt:lpstr>
      <vt:lpstr>Example#3</vt:lpstr>
      <vt:lpstr>Example#4</vt:lpstr>
      <vt:lpstr>Example#5</vt:lpstr>
      <vt:lpstr>Example#6</vt:lpstr>
      <vt:lpstr>Modeling of Mechanical Systems</vt:lpstr>
      <vt:lpstr>Basic Types of Mechanical Systems</vt:lpstr>
      <vt:lpstr>Translational Mechanical Systems</vt:lpstr>
      <vt:lpstr>PowerPoint Presentation</vt:lpstr>
      <vt:lpstr>Translational Spring</vt:lpstr>
      <vt:lpstr>Translational Spring</vt:lpstr>
      <vt:lpstr>PowerPoint Presentation</vt:lpstr>
      <vt:lpstr>PowerPoint Presentation</vt:lpstr>
      <vt:lpstr>PowerPoint Presentation</vt:lpstr>
      <vt:lpstr>PowerPoint Presentation</vt:lpstr>
      <vt:lpstr>Example-7</vt:lpstr>
      <vt:lpstr>Example-7</vt:lpstr>
      <vt:lpstr>PowerPoint Presentation</vt:lpstr>
      <vt:lpstr>PowerPoint Presentation</vt:lpstr>
      <vt:lpstr>Example-8</vt:lpstr>
      <vt:lpstr>Example-8</vt:lpstr>
      <vt:lpstr>Example-8</vt:lpstr>
      <vt:lpstr>Example-9</vt:lpstr>
      <vt:lpstr>Example-9</vt:lpstr>
      <vt:lpstr>Example-10</vt:lpstr>
      <vt:lpstr>Rotational Mechanical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Mechanical Linkages</vt:lpstr>
      <vt:lpstr>Gear</vt:lpstr>
      <vt:lpstr>Fundamental Properties</vt:lpstr>
      <vt:lpstr>Gear Ratio</vt:lpstr>
      <vt:lpstr>Mathematical Modeling of Gear Trains</vt:lpstr>
      <vt:lpstr>Mathematical Modeling of Gear Trains</vt:lpstr>
      <vt:lpstr>Mathematical Modeling of Gear Trains</vt:lpstr>
      <vt:lpstr>Mathematical Modeling of Gear Trains</vt:lpstr>
      <vt:lpstr>Mathematical Modeling of Gear Trains</vt:lpstr>
      <vt:lpstr>Mathematical Modeling of Gear Trains</vt:lpstr>
      <vt:lpstr>Modeling of Electromechanical Systems</vt:lpstr>
      <vt:lpstr>PowerPoint Presentation</vt:lpstr>
      <vt:lpstr>PowerPoint Presentation</vt:lpstr>
      <vt:lpstr>PowerPoint Presentation</vt:lpstr>
      <vt:lpstr>PowerPoint Presentation</vt:lpstr>
      <vt:lpstr>Reduced Order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Lecture-2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Imtiaz Hussain</dc:creator>
  <cp:lastModifiedBy>Abdullah Mian</cp:lastModifiedBy>
  <cp:revision>705</cp:revision>
  <dcterms:created xsi:type="dcterms:W3CDTF">2012-07-01T09:15:58Z</dcterms:created>
  <dcterms:modified xsi:type="dcterms:W3CDTF">2025-10-13T17:09:43Z</dcterms:modified>
</cp:coreProperties>
</file>